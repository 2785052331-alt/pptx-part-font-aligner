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5.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6.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7.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8.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9.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84" r:id="rId2"/>
    <p:sldId id="277" r:id="rId3"/>
    <p:sldId id="278" r:id="rId4"/>
    <p:sldId id="280" r:id="rId5"/>
    <p:sldId id="282" r:id="rId6"/>
    <p:sldId id="269" r:id="rId7"/>
    <p:sldId id="257" r:id="rId8"/>
    <p:sldId id="270" r:id="rId9"/>
    <p:sldId id="271" r:id="rId10"/>
    <p:sldId id="272" r:id="rId11"/>
    <p:sldId id="273" r:id="rId12"/>
    <p:sldId id="274" r:id="rId13"/>
    <p:sldId id="275" r:id="rId14"/>
    <p:sldId id="258" r:id="rId15"/>
    <p:sldId id="259" r:id="rId16"/>
    <p:sldId id="260" r:id="rId17"/>
    <p:sldId id="261" r:id="rId18"/>
    <p:sldId id="262" r:id="rId19"/>
    <p:sldId id="263" r:id="rId20"/>
    <p:sldId id="256" r:id="rId21"/>
    <p:sldId id="285" r:id="rId22"/>
    <p:sldId id="286" r:id="rId23"/>
    <p:sldId id="287" r:id="rId24"/>
    <p:sldId id="288" r:id="rId25"/>
    <p:sldId id="289" r:id="rId26"/>
    <p:sldId id="290" r:id="rId27"/>
    <p:sldId id="291" r:id="rId28"/>
    <p:sldId id="292" r:id="rId29"/>
    <p:sldId id="293"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4" dt="2026-10-19T15:42:18.984"/>
    <p1510:client id="{39AD12FD-A4F9-F31B-648C-456D4DCDC0A1}" v="232" dt="2026-10-19T15:31:42.507"/>
    <p1510:client id="{47D0B410-24B8-AE4A-BDC4-CD3D21F53658}" v="11" dt="2026-10-19T15:22:15.817"/>
    <p1510:client id="{7D29422E-B42A-AAAD-23F3-EA7C285E06CE}" v="22" dt="2026-10-19T15:05:32.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17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 Liangyun" userId="8b868967-68e8-4a5a-9e16-2e0035adea16" providerId="ADAL" clId="{6D0151BE-53B1-58EF-A4E0-9CB5A28104A7}"/>
    <pc:docChg chg="undo custSel addSld delSld modSld">
      <pc:chgData name="SONG Liangyun" userId="8b868967-68e8-4a5a-9e16-2e0035adea16" providerId="ADAL" clId="{6D0151BE-53B1-58EF-A4E0-9CB5A28104A7}" dt="2026-10-19T15:22:15.816" v="10" actId="2711"/>
      <pc:docMkLst>
        <pc:docMk/>
      </pc:docMkLst>
      <pc:sldChg chg="modSp add mod">
        <pc:chgData name="SONG Liangyun" userId="8b868967-68e8-4a5a-9e16-2e0035adea16" providerId="ADAL" clId="{6D0151BE-53B1-58EF-A4E0-9CB5A28104A7}" dt="2026-10-19T15:20:50.857" v="6" actId="2711"/>
        <pc:sldMkLst>
          <pc:docMk/>
          <pc:sldMk cId="1989944713" sldId="256"/>
        </pc:sldMkLst>
        <pc:spChg chg="mod">
          <ac:chgData name="SONG Liangyun" userId="8b868967-68e8-4a5a-9e16-2e0035adea16" providerId="ADAL" clId="{6D0151BE-53B1-58EF-A4E0-9CB5A28104A7}" dt="2026-10-19T15:20:19.688" v="5" actId="1076"/>
          <ac:spMkLst>
            <pc:docMk/>
            <pc:sldMk cId="1989944713" sldId="256"/>
            <ac:spMk id="2" creationId="{00000000-0000-0000-0000-000000000000}"/>
          </ac:spMkLst>
        </pc:spChg>
        <pc:spChg chg="mod">
          <ac:chgData name="SONG Liangyun" userId="8b868967-68e8-4a5a-9e16-2e0035adea16" providerId="ADAL" clId="{6D0151BE-53B1-58EF-A4E0-9CB5A28104A7}" dt="2026-10-19T15:20:50.857" v="6" actId="2711"/>
          <ac:spMkLst>
            <pc:docMk/>
            <pc:sldMk cId="1989944713" sldId="256"/>
            <ac:spMk id="3" creationId="{00000000-0000-0000-0000-000000000000}"/>
          </ac:spMkLst>
        </pc:spChg>
        <pc:spChg chg="mod">
          <ac:chgData name="SONG Liangyun" userId="8b868967-68e8-4a5a-9e16-2e0035adea16" providerId="ADAL" clId="{6D0151BE-53B1-58EF-A4E0-9CB5A28104A7}" dt="2026-10-19T15:20:50.857" v="6" actId="2711"/>
          <ac:spMkLst>
            <pc:docMk/>
            <pc:sldMk cId="1989944713" sldId="256"/>
            <ac:spMk id="4" creationId="{D5F54B10-11BA-11EB-EC81-82F2D18CF42C}"/>
          </ac:spMkLst>
        </pc:spChg>
        <pc:spChg chg="mod">
          <ac:chgData name="SONG Liangyun" userId="8b868967-68e8-4a5a-9e16-2e0035adea16" providerId="ADAL" clId="{6D0151BE-53B1-58EF-A4E0-9CB5A28104A7}" dt="2026-10-19T15:20:10.177" v="3" actId="14100"/>
          <ac:spMkLst>
            <pc:docMk/>
            <pc:sldMk cId="1989944713" sldId="256"/>
            <ac:spMk id="5" creationId="{2C04194D-DF63-157D-ECA6-518F67787A9A}"/>
          </ac:spMkLst>
        </pc:spChg>
        <pc:spChg chg="mod">
          <ac:chgData name="SONG Liangyun" userId="8b868967-68e8-4a5a-9e16-2e0035adea16" providerId="ADAL" clId="{6D0151BE-53B1-58EF-A4E0-9CB5A28104A7}" dt="2026-10-19T15:20:50.857" v="6" actId="2711"/>
          <ac:spMkLst>
            <pc:docMk/>
            <pc:sldMk cId="1989944713" sldId="256"/>
            <ac:spMk id="6" creationId="{BB2F6F70-98F8-65F1-A6C8-EFEE768AB6FC}"/>
          </ac:spMkLst>
        </pc:spChg>
        <pc:spChg chg="mod">
          <ac:chgData name="SONG Liangyun" userId="8b868967-68e8-4a5a-9e16-2e0035adea16" providerId="ADAL" clId="{6D0151BE-53B1-58EF-A4E0-9CB5A28104A7}" dt="2026-10-19T15:20:50.857" v="6" actId="2711"/>
          <ac:spMkLst>
            <pc:docMk/>
            <pc:sldMk cId="1989944713" sldId="256"/>
            <ac:spMk id="11" creationId="{6E3B7DFC-F0EE-DCFD-BA2F-30EF87032907}"/>
          </ac:spMkLst>
        </pc:spChg>
      </pc:sldChg>
      <pc:sldChg chg="modSp add mod">
        <pc:chgData name="SONG Liangyun" userId="8b868967-68e8-4a5a-9e16-2e0035adea16" providerId="ADAL" clId="{6D0151BE-53B1-58EF-A4E0-9CB5A28104A7}" dt="2026-10-19T15:21:29.010" v="7" actId="2711"/>
        <pc:sldMkLst>
          <pc:docMk/>
          <pc:sldMk cId="1212523211" sldId="285"/>
        </pc:sldMkLst>
        <pc:spChg chg="mod">
          <ac:chgData name="SONG Liangyun" userId="8b868967-68e8-4a5a-9e16-2e0035adea16" providerId="ADAL" clId="{6D0151BE-53B1-58EF-A4E0-9CB5A28104A7}" dt="2026-10-19T15:21:29.010" v="7" actId="2711"/>
          <ac:spMkLst>
            <pc:docMk/>
            <pc:sldMk cId="1212523211" sldId="285"/>
            <ac:spMk id="2" creationId="{00000000-0000-0000-0000-000000000000}"/>
          </ac:spMkLst>
        </pc:spChg>
        <pc:spChg chg="mod">
          <ac:chgData name="SONG Liangyun" userId="8b868967-68e8-4a5a-9e16-2e0035adea16" providerId="ADAL" clId="{6D0151BE-53B1-58EF-A4E0-9CB5A28104A7}" dt="2026-10-19T15:21:29.010" v="7" actId="2711"/>
          <ac:spMkLst>
            <pc:docMk/>
            <pc:sldMk cId="1212523211" sldId="285"/>
            <ac:spMk id="3" creationId="{00000000-0000-0000-0000-000000000000}"/>
          </ac:spMkLst>
        </pc:spChg>
        <pc:spChg chg="mod">
          <ac:chgData name="SONG Liangyun" userId="8b868967-68e8-4a5a-9e16-2e0035adea16" providerId="ADAL" clId="{6D0151BE-53B1-58EF-A4E0-9CB5A28104A7}" dt="2026-10-19T15:21:29.010" v="7" actId="2711"/>
          <ac:spMkLst>
            <pc:docMk/>
            <pc:sldMk cId="1212523211" sldId="285"/>
            <ac:spMk id="5" creationId="{E54EC270-06E5-7729-20AD-4F1E8288D6D2}"/>
          </ac:spMkLst>
        </pc:spChg>
        <pc:spChg chg="mod">
          <ac:chgData name="SONG Liangyun" userId="8b868967-68e8-4a5a-9e16-2e0035adea16" providerId="ADAL" clId="{6D0151BE-53B1-58EF-A4E0-9CB5A28104A7}" dt="2026-10-19T15:21:29.010" v="7" actId="2711"/>
          <ac:spMkLst>
            <pc:docMk/>
            <pc:sldMk cId="1212523211" sldId="285"/>
            <ac:spMk id="7" creationId="{2B0DB2EC-89A9-BF64-2214-FEC51834A249}"/>
          </ac:spMkLst>
        </pc:spChg>
        <pc:spChg chg="mod">
          <ac:chgData name="SONG Liangyun" userId="8b868967-68e8-4a5a-9e16-2e0035adea16" providerId="ADAL" clId="{6D0151BE-53B1-58EF-A4E0-9CB5A28104A7}" dt="2026-10-19T15:21:29.010" v="7" actId="2711"/>
          <ac:spMkLst>
            <pc:docMk/>
            <pc:sldMk cId="1212523211" sldId="285"/>
            <ac:spMk id="8" creationId="{22E87643-A9DB-468F-4027-B773AFE38043}"/>
          </ac:spMkLst>
        </pc:spChg>
        <pc:spChg chg="mod">
          <ac:chgData name="SONG Liangyun" userId="8b868967-68e8-4a5a-9e16-2e0035adea16" providerId="ADAL" clId="{6D0151BE-53B1-58EF-A4E0-9CB5A28104A7}" dt="2026-10-19T15:21:29.010" v="7" actId="2711"/>
          <ac:spMkLst>
            <pc:docMk/>
            <pc:sldMk cId="1212523211" sldId="285"/>
            <ac:spMk id="9" creationId="{0C42843B-DB6C-9FF3-E1CE-A723846A4DF1}"/>
          </ac:spMkLst>
        </pc:spChg>
      </pc:sldChg>
      <pc:sldChg chg="add del">
        <pc:chgData name="SONG Liangyun" userId="8b868967-68e8-4a5a-9e16-2e0035adea16" providerId="ADAL" clId="{6D0151BE-53B1-58EF-A4E0-9CB5A28104A7}" dt="2026-10-19T15:19:38.742" v="1" actId="2696"/>
        <pc:sldMkLst>
          <pc:docMk/>
          <pc:sldMk cId="3546447387" sldId="285"/>
        </pc:sldMkLst>
      </pc:sldChg>
      <pc:sldChg chg="modSp add mod">
        <pc:chgData name="SONG Liangyun" userId="8b868967-68e8-4a5a-9e16-2e0035adea16" providerId="ADAL" clId="{6D0151BE-53B1-58EF-A4E0-9CB5A28104A7}" dt="2026-10-19T15:21:51.675" v="8" actId="2711"/>
        <pc:sldMkLst>
          <pc:docMk/>
          <pc:sldMk cId="1736553734" sldId="286"/>
        </pc:sldMkLst>
        <pc:spChg chg="mod">
          <ac:chgData name="SONG Liangyun" userId="8b868967-68e8-4a5a-9e16-2e0035adea16" providerId="ADAL" clId="{6D0151BE-53B1-58EF-A4E0-9CB5A28104A7}" dt="2026-10-19T15:21:51.675" v="8" actId="2711"/>
          <ac:spMkLst>
            <pc:docMk/>
            <pc:sldMk cId="1736553734" sldId="286"/>
            <ac:spMk id="2" creationId="{00000000-0000-0000-0000-000000000000}"/>
          </ac:spMkLst>
        </pc:spChg>
        <pc:spChg chg="mod">
          <ac:chgData name="SONG Liangyun" userId="8b868967-68e8-4a5a-9e16-2e0035adea16" providerId="ADAL" clId="{6D0151BE-53B1-58EF-A4E0-9CB5A28104A7}" dt="2026-10-19T15:21:51.675" v="8" actId="2711"/>
          <ac:spMkLst>
            <pc:docMk/>
            <pc:sldMk cId="1736553734" sldId="286"/>
            <ac:spMk id="3" creationId="{00000000-0000-0000-0000-000000000000}"/>
          </ac:spMkLst>
        </pc:spChg>
        <pc:spChg chg="mod">
          <ac:chgData name="SONG Liangyun" userId="8b868967-68e8-4a5a-9e16-2e0035adea16" providerId="ADAL" clId="{6D0151BE-53B1-58EF-A4E0-9CB5A28104A7}" dt="2026-10-19T15:21:51.675" v="8" actId="2711"/>
          <ac:spMkLst>
            <pc:docMk/>
            <pc:sldMk cId="1736553734" sldId="286"/>
            <ac:spMk id="5" creationId="{4B821F67-65AE-5FAA-FD9D-70004BE6641E}"/>
          </ac:spMkLst>
        </pc:spChg>
        <pc:spChg chg="mod">
          <ac:chgData name="SONG Liangyun" userId="8b868967-68e8-4a5a-9e16-2e0035adea16" providerId="ADAL" clId="{6D0151BE-53B1-58EF-A4E0-9CB5A28104A7}" dt="2026-10-19T15:21:51.675" v="8" actId="2711"/>
          <ac:spMkLst>
            <pc:docMk/>
            <pc:sldMk cId="1736553734" sldId="286"/>
            <ac:spMk id="6" creationId="{AC43232B-6645-DBFC-37DF-93FD02CC4ADE}"/>
          </ac:spMkLst>
        </pc:spChg>
        <pc:spChg chg="mod">
          <ac:chgData name="SONG Liangyun" userId="8b868967-68e8-4a5a-9e16-2e0035adea16" providerId="ADAL" clId="{6D0151BE-53B1-58EF-A4E0-9CB5A28104A7}" dt="2026-10-19T15:21:51.675" v="8" actId="2711"/>
          <ac:spMkLst>
            <pc:docMk/>
            <pc:sldMk cId="1736553734" sldId="286"/>
            <ac:spMk id="7" creationId="{345777EC-F075-4ECB-31C7-AED1CEC5B8E1}"/>
          </ac:spMkLst>
        </pc:spChg>
        <pc:spChg chg="mod">
          <ac:chgData name="SONG Liangyun" userId="8b868967-68e8-4a5a-9e16-2e0035adea16" providerId="ADAL" clId="{6D0151BE-53B1-58EF-A4E0-9CB5A28104A7}" dt="2026-10-19T15:21:51.675" v="8" actId="2711"/>
          <ac:spMkLst>
            <pc:docMk/>
            <pc:sldMk cId="1736553734" sldId="286"/>
            <ac:spMk id="10" creationId="{0BCC7EA3-A346-5C44-9331-5827E4B4A892}"/>
          </ac:spMkLst>
        </pc:spChg>
        <pc:spChg chg="mod">
          <ac:chgData name="SONG Liangyun" userId="8b868967-68e8-4a5a-9e16-2e0035adea16" providerId="ADAL" clId="{6D0151BE-53B1-58EF-A4E0-9CB5A28104A7}" dt="2026-10-19T15:21:51.675" v="8" actId="2711"/>
          <ac:spMkLst>
            <pc:docMk/>
            <pc:sldMk cId="1736553734" sldId="286"/>
            <ac:spMk id="11" creationId="{BE9D0E02-9BA3-13FA-DE59-32AD79859325}"/>
          </ac:spMkLst>
        </pc:spChg>
        <pc:spChg chg="mod">
          <ac:chgData name="SONG Liangyun" userId="8b868967-68e8-4a5a-9e16-2e0035adea16" providerId="ADAL" clId="{6D0151BE-53B1-58EF-A4E0-9CB5A28104A7}" dt="2026-10-19T15:21:51.675" v="8" actId="2711"/>
          <ac:spMkLst>
            <pc:docMk/>
            <pc:sldMk cId="1736553734" sldId="286"/>
            <ac:spMk id="13" creationId="{696DC477-5C2F-DF6A-6965-468DE4E37D22}"/>
          </ac:spMkLst>
        </pc:spChg>
        <pc:spChg chg="mod">
          <ac:chgData name="SONG Liangyun" userId="8b868967-68e8-4a5a-9e16-2e0035adea16" providerId="ADAL" clId="{6D0151BE-53B1-58EF-A4E0-9CB5A28104A7}" dt="2026-10-19T15:21:51.675" v="8" actId="2711"/>
          <ac:spMkLst>
            <pc:docMk/>
            <pc:sldMk cId="1736553734" sldId="286"/>
            <ac:spMk id="17" creationId="{155C3951-1098-8202-810C-DA1F72E6F684}"/>
          </ac:spMkLst>
        </pc:spChg>
        <pc:spChg chg="mod">
          <ac:chgData name="SONG Liangyun" userId="8b868967-68e8-4a5a-9e16-2e0035adea16" providerId="ADAL" clId="{6D0151BE-53B1-58EF-A4E0-9CB5A28104A7}" dt="2026-10-19T15:21:51.675" v="8" actId="2711"/>
          <ac:spMkLst>
            <pc:docMk/>
            <pc:sldMk cId="1736553734" sldId="286"/>
            <ac:spMk id="19" creationId="{A1BDE8E9-B9E9-F9F0-55FB-A3048901E87A}"/>
          </ac:spMkLst>
        </pc:spChg>
      </pc:sldChg>
      <pc:sldChg chg="modSp add mod">
        <pc:chgData name="SONG Liangyun" userId="8b868967-68e8-4a5a-9e16-2e0035adea16" providerId="ADAL" clId="{6D0151BE-53B1-58EF-A4E0-9CB5A28104A7}" dt="2026-10-19T15:22:15.816" v="10" actId="2711"/>
        <pc:sldMkLst>
          <pc:docMk/>
          <pc:sldMk cId="4048143232" sldId="287"/>
        </pc:sldMkLst>
        <pc:spChg chg="mod">
          <ac:chgData name="SONG Liangyun" userId="8b868967-68e8-4a5a-9e16-2e0035adea16" providerId="ADAL" clId="{6D0151BE-53B1-58EF-A4E0-9CB5A28104A7}" dt="2026-10-19T15:22:15.816" v="10" actId="2711"/>
          <ac:spMkLst>
            <pc:docMk/>
            <pc:sldMk cId="4048143232" sldId="287"/>
            <ac:spMk id="3" creationId="{00000000-0000-0000-0000-000000000000}"/>
          </ac:spMkLst>
        </pc:spChg>
        <pc:spChg chg="mod">
          <ac:chgData name="SONG Liangyun" userId="8b868967-68e8-4a5a-9e16-2e0035adea16" providerId="ADAL" clId="{6D0151BE-53B1-58EF-A4E0-9CB5A28104A7}" dt="2026-10-19T15:22:15.816" v="10" actId="2711"/>
          <ac:spMkLst>
            <pc:docMk/>
            <pc:sldMk cId="4048143232" sldId="287"/>
            <ac:spMk id="7" creationId="{6D9534B9-6B26-891F-6DC0-9EA10B5EA66E}"/>
          </ac:spMkLst>
        </pc:spChg>
        <pc:spChg chg="mod">
          <ac:chgData name="SONG Liangyun" userId="8b868967-68e8-4a5a-9e16-2e0035adea16" providerId="ADAL" clId="{6D0151BE-53B1-58EF-A4E0-9CB5A28104A7}" dt="2026-10-19T15:22:15.816" v="10" actId="2711"/>
          <ac:spMkLst>
            <pc:docMk/>
            <pc:sldMk cId="4048143232" sldId="287"/>
            <ac:spMk id="8" creationId="{C61210DB-D888-EAF5-7CFA-4F1556D51642}"/>
          </ac:spMkLst>
        </pc:spChg>
        <pc:spChg chg="mod">
          <ac:chgData name="SONG Liangyun" userId="8b868967-68e8-4a5a-9e16-2e0035adea16" providerId="ADAL" clId="{6D0151BE-53B1-58EF-A4E0-9CB5A28104A7}" dt="2026-10-19T15:22:15.816" v="10" actId="2711"/>
          <ac:spMkLst>
            <pc:docMk/>
            <pc:sldMk cId="4048143232" sldId="287"/>
            <ac:spMk id="9" creationId="{E33646E7-B02E-BF17-4396-A062DFAB2367}"/>
          </ac:spMkLst>
        </pc:spChg>
        <pc:spChg chg="mod">
          <ac:chgData name="SONG Liangyun" userId="8b868967-68e8-4a5a-9e16-2e0035adea16" providerId="ADAL" clId="{6D0151BE-53B1-58EF-A4E0-9CB5A28104A7}" dt="2026-10-19T15:22:15.816" v="10" actId="2711"/>
          <ac:spMkLst>
            <pc:docMk/>
            <pc:sldMk cId="4048143232" sldId="287"/>
            <ac:spMk id="10" creationId="{E8C09548-D07D-9B2E-8110-93662788CD97}"/>
          </ac:spMkLst>
        </pc:spChg>
        <pc:spChg chg="mod">
          <ac:chgData name="SONG Liangyun" userId="8b868967-68e8-4a5a-9e16-2e0035adea16" providerId="ADAL" clId="{6D0151BE-53B1-58EF-A4E0-9CB5A28104A7}" dt="2026-10-19T15:22:15.816" v="10" actId="2711"/>
          <ac:spMkLst>
            <pc:docMk/>
            <pc:sldMk cId="4048143232" sldId="287"/>
            <ac:spMk id="12" creationId="{74BA0C58-888B-9573-F315-FE2F6677CBDA}"/>
          </ac:spMkLst>
        </pc:spChg>
      </pc:sldChg>
    </pc:docChg>
  </pc:docChgLst>
  <pc:docChgLst>
    <pc:chgData name="SONG Liangyun" userId="S::liangyunsong@ln.hk::8b868967-68e8-4a5a-9e16-2e0035adea16" providerId="AD" clId="Web-{39AD12FD-A4F9-F31B-648C-456D4DCDC0A1}"/>
    <pc:docChg chg="addSld delSld modSld">
      <pc:chgData name="SONG Liangyun" userId="S::liangyunsong@ln.hk::8b868967-68e8-4a5a-9e16-2e0035adea16" providerId="AD" clId="Web-{39AD12FD-A4F9-F31B-648C-456D4DCDC0A1}" dt="2026-10-19T15:31:42.507" v="221"/>
      <pc:docMkLst>
        <pc:docMk/>
      </pc:docMkLst>
      <pc:sldChg chg="addSp delSp modSp">
        <pc:chgData name="SONG Liangyun" userId="S::liangyunsong@ln.hk::8b868967-68e8-4a5a-9e16-2e0035adea16" providerId="AD" clId="Web-{39AD12FD-A4F9-F31B-648C-456D4DCDC0A1}" dt="2026-10-19T15:31:42.507" v="221"/>
        <pc:sldMkLst>
          <pc:docMk/>
          <pc:sldMk cId="1989944713" sldId="256"/>
        </pc:sldMkLst>
        <pc:spChg chg="del">
          <ac:chgData name="SONG Liangyun" userId="S::liangyunsong@ln.hk::8b868967-68e8-4a5a-9e16-2e0035adea16" providerId="AD" clId="Web-{39AD12FD-A4F9-F31B-648C-456D4DCDC0A1}" dt="2026-10-19T15:24:06.665" v="2"/>
          <ac:spMkLst>
            <pc:docMk/>
            <pc:sldMk cId="1989944713" sldId="256"/>
            <ac:spMk id="2" creationId="{00000000-0000-0000-0000-000000000000}"/>
          </ac:spMkLst>
        </pc:spChg>
        <pc:spChg chg="del">
          <ac:chgData name="SONG Liangyun" userId="S::liangyunsong@ln.hk::8b868967-68e8-4a5a-9e16-2e0035adea16" providerId="AD" clId="Web-{39AD12FD-A4F9-F31B-648C-456D4DCDC0A1}" dt="2026-10-19T15:24:30.681" v="6"/>
          <ac:spMkLst>
            <pc:docMk/>
            <pc:sldMk cId="1989944713" sldId="256"/>
            <ac:spMk id="3" creationId="{00000000-0000-0000-0000-000000000000}"/>
          </ac:spMkLst>
        </pc:spChg>
        <pc:spChg chg="add del mod">
          <ac:chgData name="SONG Liangyun" userId="S::liangyunsong@ln.hk::8b868967-68e8-4a5a-9e16-2e0035adea16" providerId="AD" clId="Web-{39AD12FD-A4F9-F31B-648C-456D4DCDC0A1}" dt="2026-10-19T15:25:20.401" v="17"/>
          <ac:spMkLst>
            <pc:docMk/>
            <pc:sldMk cId="1989944713" sldId="256"/>
            <ac:spMk id="10" creationId="{E89A6248-12CF-EBED-CFB3-8FC16032B962}"/>
          </ac:spMkLst>
        </pc:spChg>
        <pc:spChg chg="mod">
          <ac:chgData name="SONG Liangyun" userId="S::liangyunsong@ln.hk::8b868967-68e8-4a5a-9e16-2e0035adea16" providerId="AD" clId="Web-{39AD12FD-A4F9-F31B-648C-456D4DCDC0A1}" dt="2026-10-19T15:31:42.507" v="221"/>
          <ac:spMkLst>
            <pc:docMk/>
            <pc:sldMk cId="1989944713" sldId="256"/>
            <ac:spMk id="11" creationId="{6E3B7DFC-F0EE-DCFD-BA2F-30EF87032907}"/>
          </ac:spMkLst>
        </pc:spChg>
        <pc:spChg chg="add">
          <ac:chgData name="SONG Liangyun" userId="S::liangyunsong@ln.hk::8b868967-68e8-4a5a-9e16-2e0035adea16" providerId="AD" clId="Web-{39AD12FD-A4F9-F31B-648C-456D4DCDC0A1}" dt="2026-10-19T15:24:08.336" v="4"/>
          <ac:spMkLst>
            <pc:docMk/>
            <pc:sldMk cId="1989944713" sldId="256"/>
            <ac:spMk id="13" creationId="{AB337A42-852C-DA44-07DF-92FAFFCEEA9F}"/>
          </ac:spMkLst>
        </pc:spChg>
        <pc:spChg chg="add del mod">
          <ac:chgData name="SONG Liangyun" userId="S::liangyunsong@ln.hk::8b868967-68e8-4a5a-9e16-2e0035adea16" providerId="AD" clId="Web-{39AD12FD-A4F9-F31B-648C-456D4DCDC0A1}" dt="2026-10-19T15:24:40.119" v="9"/>
          <ac:spMkLst>
            <pc:docMk/>
            <pc:sldMk cId="1989944713" sldId="256"/>
            <ac:spMk id="14" creationId="{7009F99A-206B-CE4A-2614-77AF1B1AE463}"/>
          </ac:spMkLst>
        </pc:spChg>
        <pc:spChg chg="add del mod">
          <ac:chgData name="SONG Liangyun" userId="S::liangyunsong@ln.hk::8b868967-68e8-4a5a-9e16-2e0035adea16" providerId="AD" clId="Web-{39AD12FD-A4F9-F31B-648C-456D4DCDC0A1}" dt="2026-10-19T15:25:27.245" v="21"/>
          <ac:spMkLst>
            <pc:docMk/>
            <pc:sldMk cId="1989944713" sldId="256"/>
            <ac:spMk id="15" creationId="{A7997353-AB22-0904-564A-1B4F1426CD2F}"/>
          </ac:spMkLst>
        </pc:spChg>
        <pc:spChg chg="add mod">
          <ac:chgData name="SONG Liangyun" userId="S::liangyunsong@ln.hk::8b868967-68e8-4a5a-9e16-2e0035adea16" providerId="AD" clId="Web-{39AD12FD-A4F9-F31B-648C-456D4DCDC0A1}" dt="2026-10-19T15:31:23.866" v="220" actId="20577"/>
          <ac:spMkLst>
            <pc:docMk/>
            <pc:sldMk cId="1989944713" sldId="256"/>
            <ac:spMk id="17" creationId="{21C7CAA4-7BD8-F404-1C32-C79444DF9660}"/>
          </ac:spMkLst>
        </pc:spChg>
      </pc:sldChg>
      <pc:sldChg chg="addSp delSp modSp">
        <pc:chgData name="SONG Liangyun" userId="S::liangyunsong@ln.hk::8b868967-68e8-4a5a-9e16-2e0035adea16" providerId="AD" clId="Web-{39AD12FD-A4F9-F31B-648C-456D4DCDC0A1}" dt="2026-10-19T15:30:27.114" v="177" actId="20577"/>
        <pc:sldMkLst>
          <pc:docMk/>
          <pc:sldMk cId="1212523211" sldId="285"/>
        </pc:sldMkLst>
        <pc:spChg chg="del">
          <ac:chgData name="SONG Liangyun" userId="S::liangyunsong@ln.hk::8b868967-68e8-4a5a-9e16-2e0035adea16" providerId="AD" clId="Web-{39AD12FD-A4F9-F31B-648C-456D4DCDC0A1}" dt="2026-10-19T15:26:41.388" v="28"/>
          <ac:spMkLst>
            <pc:docMk/>
            <pc:sldMk cId="1212523211" sldId="285"/>
            <ac:spMk id="2" creationId="{00000000-0000-0000-0000-000000000000}"/>
          </ac:spMkLst>
        </pc:spChg>
        <pc:spChg chg="del">
          <ac:chgData name="SONG Liangyun" userId="S::liangyunsong@ln.hk::8b868967-68e8-4a5a-9e16-2e0035adea16" providerId="AD" clId="Web-{39AD12FD-A4F9-F31B-648C-456D4DCDC0A1}" dt="2026-10-19T15:26:39.732" v="27"/>
          <ac:spMkLst>
            <pc:docMk/>
            <pc:sldMk cId="1212523211" sldId="285"/>
            <ac:spMk id="3" creationId="{00000000-0000-0000-0000-000000000000}"/>
          </ac:spMkLst>
        </pc:spChg>
        <pc:spChg chg="del">
          <ac:chgData name="SONG Liangyun" userId="S::liangyunsong@ln.hk::8b868967-68e8-4a5a-9e16-2e0035adea16" providerId="AD" clId="Web-{39AD12FD-A4F9-F31B-648C-456D4DCDC0A1}" dt="2026-10-19T15:26:37.028" v="26"/>
          <ac:spMkLst>
            <pc:docMk/>
            <pc:sldMk cId="1212523211" sldId="285"/>
            <ac:spMk id="5" creationId="{E54EC270-06E5-7729-20AD-4F1E8288D6D2}"/>
          </ac:spMkLst>
        </pc:spChg>
        <pc:spChg chg="add">
          <ac:chgData name="SONG Liangyun" userId="S::liangyunsong@ln.hk::8b868967-68e8-4a5a-9e16-2e0035adea16" providerId="AD" clId="Web-{39AD12FD-A4F9-F31B-648C-456D4DCDC0A1}" dt="2026-10-19T15:27:53.265" v="38"/>
          <ac:spMkLst>
            <pc:docMk/>
            <pc:sldMk cId="1212523211" sldId="285"/>
            <ac:spMk id="6" creationId="{30549AA9-A314-4D67-270F-1DC25A40CF64}"/>
          </ac:spMkLst>
        </pc:spChg>
        <pc:spChg chg="add mod">
          <ac:chgData name="SONG Liangyun" userId="S::liangyunsong@ln.hk::8b868967-68e8-4a5a-9e16-2e0035adea16" providerId="AD" clId="Web-{39AD12FD-A4F9-F31B-648C-456D4DCDC0A1}" dt="2026-10-19T15:30:27.114" v="177" actId="20577"/>
          <ac:spMkLst>
            <pc:docMk/>
            <pc:sldMk cId="1212523211" sldId="285"/>
            <ac:spMk id="11" creationId="{25C28F3A-5945-45CE-177E-655DD65ADB37}"/>
          </ac:spMkLst>
        </pc:spChg>
      </pc:sldChg>
      <pc:sldChg chg="new del">
        <pc:chgData name="SONG Liangyun" userId="S::liangyunsong@ln.hk::8b868967-68e8-4a5a-9e16-2e0035adea16" providerId="AD" clId="Web-{39AD12FD-A4F9-F31B-648C-456D4DCDC0A1}" dt="2026-10-19T15:16:16.931" v="1"/>
        <pc:sldMkLst>
          <pc:docMk/>
          <pc:sldMk cId="2278908685" sldId="285"/>
        </pc:sldMkLst>
      </pc:sldChg>
      <pc:sldChg chg="addSp delSp modSp">
        <pc:chgData name="SONG Liangyun" userId="S::liangyunsong@ln.hk::8b868967-68e8-4a5a-9e16-2e0035adea16" providerId="AD" clId="Web-{39AD12FD-A4F9-F31B-648C-456D4DCDC0A1}" dt="2026-10-19T15:29:50.050" v="132" actId="20577"/>
        <pc:sldMkLst>
          <pc:docMk/>
          <pc:sldMk cId="1736553734" sldId="286"/>
        </pc:sldMkLst>
        <pc:spChg chg="del">
          <ac:chgData name="SONG Liangyun" userId="S::liangyunsong@ln.hk::8b868967-68e8-4a5a-9e16-2e0035adea16" providerId="AD" clId="Web-{39AD12FD-A4F9-F31B-648C-456D4DCDC0A1}" dt="2026-10-19T15:27:15.186" v="33"/>
          <ac:spMkLst>
            <pc:docMk/>
            <pc:sldMk cId="1736553734" sldId="286"/>
            <ac:spMk id="2" creationId="{00000000-0000-0000-0000-000000000000}"/>
          </ac:spMkLst>
        </pc:spChg>
        <pc:spChg chg="del mod">
          <ac:chgData name="SONG Liangyun" userId="S::liangyunsong@ln.hk::8b868967-68e8-4a5a-9e16-2e0035adea16" providerId="AD" clId="Web-{39AD12FD-A4F9-F31B-648C-456D4DCDC0A1}" dt="2026-10-19T15:27:09.389" v="31"/>
          <ac:spMkLst>
            <pc:docMk/>
            <pc:sldMk cId="1736553734" sldId="286"/>
            <ac:spMk id="3" creationId="{00000000-0000-0000-0000-000000000000}"/>
          </ac:spMkLst>
        </pc:spChg>
        <pc:spChg chg="del">
          <ac:chgData name="SONG Liangyun" userId="S::liangyunsong@ln.hk::8b868967-68e8-4a5a-9e16-2e0035adea16" providerId="AD" clId="Web-{39AD12FD-A4F9-F31B-648C-456D4DCDC0A1}" dt="2026-10-19T15:27:02.904" v="29"/>
          <ac:spMkLst>
            <pc:docMk/>
            <pc:sldMk cId="1736553734" sldId="286"/>
            <ac:spMk id="5" creationId="{4B821F67-65AE-5FAA-FD9D-70004BE6641E}"/>
          </ac:spMkLst>
        </pc:spChg>
        <pc:spChg chg="del">
          <ac:chgData name="SONG Liangyun" userId="S::liangyunsong@ln.hk::8b868967-68e8-4a5a-9e16-2e0035adea16" providerId="AD" clId="Web-{39AD12FD-A4F9-F31B-648C-456D4DCDC0A1}" dt="2026-10-19T15:27:11.873" v="32"/>
          <ac:spMkLst>
            <pc:docMk/>
            <pc:sldMk cId="1736553734" sldId="286"/>
            <ac:spMk id="6" creationId="{AC43232B-6645-DBFC-37DF-93FD02CC4ADE}"/>
          </ac:spMkLst>
        </pc:spChg>
        <pc:spChg chg="add">
          <ac:chgData name="SONG Liangyun" userId="S::liangyunsong@ln.hk::8b868967-68e8-4a5a-9e16-2e0035adea16" providerId="AD" clId="Web-{39AD12FD-A4F9-F31B-648C-456D4DCDC0A1}" dt="2026-10-19T15:27:56.343" v="40"/>
          <ac:spMkLst>
            <pc:docMk/>
            <pc:sldMk cId="1736553734" sldId="286"/>
            <ac:spMk id="12" creationId="{3B406612-34CD-9800-C529-632C45EA69AD}"/>
          </ac:spMkLst>
        </pc:spChg>
        <pc:spChg chg="add mod">
          <ac:chgData name="SONG Liangyun" userId="S::liangyunsong@ln.hk::8b868967-68e8-4a5a-9e16-2e0035adea16" providerId="AD" clId="Web-{39AD12FD-A4F9-F31B-648C-456D4DCDC0A1}" dt="2026-10-19T15:29:50.050" v="132" actId="20577"/>
          <ac:spMkLst>
            <pc:docMk/>
            <pc:sldMk cId="1736553734" sldId="286"/>
            <ac:spMk id="15" creationId="{999C9694-6D1D-E334-4EEF-F2D6A0D89F7F}"/>
          </ac:spMkLst>
        </pc:spChg>
      </pc:sldChg>
      <pc:sldChg chg="addSp delSp modSp">
        <pc:chgData name="SONG Liangyun" userId="S::liangyunsong@ln.hk::8b868967-68e8-4a5a-9e16-2e0035adea16" providerId="AD" clId="Web-{39AD12FD-A4F9-F31B-648C-456D4DCDC0A1}" dt="2026-10-19T15:29:22.002" v="98" actId="20577"/>
        <pc:sldMkLst>
          <pc:docMk/>
          <pc:sldMk cId="4048143232" sldId="287"/>
        </pc:sldMkLst>
        <pc:spChg chg="del">
          <ac:chgData name="SONG Liangyun" userId="S::liangyunsong@ln.hk::8b868967-68e8-4a5a-9e16-2e0035adea16" providerId="AD" clId="Web-{39AD12FD-A4F9-F31B-648C-456D4DCDC0A1}" dt="2026-10-19T15:27:42.046" v="37"/>
          <ac:spMkLst>
            <pc:docMk/>
            <pc:sldMk cId="4048143232" sldId="287"/>
            <ac:spMk id="2" creationId="{00000000-0000-0000-0000-000000000000}"/>
          </ac:spMkLst>
        </pc:spChg>
        <pc:spChg chg="del">
          <ac:chgData name="SONG Liangyun" userId="S::liangyunsong@ln.hk::8b868967-68e8-4a5a-9e16-2e0035adea16" providerId="AD" clId="Web-{39AD12FD-A4F9-F31B-648C-456D4DCDC0A1}" dt="2026-10-19T15:27:42.046" v="36"/>
          <ac:spMkLst>
            <pc:docMk/>
            <pc:sldMk cId="4048143232" sldId="287"/>
            <ac:spMk id="3" creationId="{00000000-0000-0000-0000-000000000000}"/>
          </ac:spMkLst>
        </pc:spChg>
        <pc:spChg chg="del">
          <ac:chgData name="SONG Liangyun" userId="S::liangyunsong@ln.hk::8b868967-68e8-4a5a-9e16-2e0035adea16" providerId="AD" clId="Web-{39AD12FD-A4F9-F31B-648C-456D4DCDC0A1}" dt="2026-10-19T15:27:42.046" v="35"/>
          <ac:spMkLst>
            <pc:docMk/>
            <pc:sldMk cId="4048143232" sldId="287"/>
            <ac:spMk id="5" creationId="{F1618850-EB85-CED3-C4C5-E7982724242C}"/>
          </ac:spMkLst>
        </pc:spChg>
        <pc:spChg chg="add">
          <ac:chgData name="SONG Liangyun" userId="S::liangyunsong@ln.hk::8b868967-68e8-4a5a-9e16-2e0035adea16" providerId="AD" clId="Web-{39AD12FD-A4F9-F31B-648C-456D4DCDC0A1}" dt="2026-10-19T15:28:00.390" v="42"/>
          <ac:spMkLst>
            <pc:docMk/>
            <pc:sldMk cId="4048143232" sldId="287"/>
            <ac:spMk id="6" creationId="{D2208D32-8126-3DE3-FC5F-E464F30D4A0E}"/>
          </ac:spMkLst>
        </pc:spChg>
        <pc:spChg chg="del">
          <ac:chgData name="SONG Liangyun" userId="S::liangyunsong@ln.hk::8b868967-68e8-4a5a-9e16-2e0035adea16" providerId="AD" clId="Web-{39AD12FD-A4F9-F31B-648C-456D4DCDC0A1}" dt="2026-10-19T15:27:42.046" v="34"/>
          <ac:spMkLst>
            <pc:docMk/>
            <pc:sldMk cId="4048143232" sldId="287"/>
            <ac:spMk id="12" creationId="{74BA0C58-888B-9573-F315-FE2F6677CBDA}"/>
          </ac:spMkLst>
        </pc:spChg>
        <pc:spChg chg="add mod">
          <ac:chgData name="SONG Liangyun" userId="S::liangyunsong@ln.hk::8b868967-68e8-4a5a-9e16-2e0035adea16" providerId="AD" clId="Web-{39AD12FD-A4F9-F31B-648C-456D4DCDC0A1}" dt="2026-10-19T15:29:22.002" v="98" actId="20577"/>
          <ac:spMkLst>
            <pc:docMk/>
            <pc:sldMk cId="4048143232" sldId="287"/>
            <ac:spMk id="13" creationId="{7055BC2A-22E0-CD37-398D-9D7816ED8068}"/>
          </ac:spMkLst>
        </pc:spChg>
      </pc:sldChg>
    </pc:docChg>
  </pc:docChgLst>
  <pc:docChgLst>
    <pc:chgData name="CAO Xuming" userId="S::xumingcao@ln.hk::01570dc8-b3ec-452b-bd75-397885c271c0" providerId="AD" clId="Web-{7D29422E-B42A-AAAD-23F3-EA7C285E06CE}"/>
    <pc:docChg chg="addSld delSld modSld sldOrd">
      <pc:chgData name="CAO Xuming" userId="S::xumingcao@ln.hk::01570dc8-b3ec-452b-bd75-397885c271c0" providerId="AD" clId="Web-{7D29422E-B42A-AAAD-23F3-EA7C285E06CE}" dt="2026-10-19T15:05:32.307" v="17" actId="14100"/>
      <pc:docMkLst>
        <pc:docMk/>
      </pc:docMkLst>
      <pc:sldChg chg="add">
        <pc:chgData name="CAO Xuming" userId="S::xumingcao@ln.hk::01570dc8-b3ec-452b-bd75-397885c271c0" providerId="AD" clId="Web-{7D29422E-B42A-AAAD-23F3-EA7C285E06CE}" dt="2026-10-19T15:04:09.538" v="7"/>
        <pc:sldMkLst>
          <pc:docMk/>
          <pc:sldMk cId="0" sldId="277"/>
        </pc:sldMkLst>
      </pc:sldChg>
      <pc:sldChg chg="add">
        <pc:chgData name="CAO Xuming" userId="S::xumingcao@ln.hk::01570dc8-b3ec-452b-bd75-397885c271c0" providerId="AD" clId="Web-{7D29422E-B42A-AAAD-23F3-EA7C285E06CE}" dt="2026-10-19T15:04:02.553" v="6"/>
        <pc:sldMkLst>
          <pc:docMk/>
          <pc:sldMk cId="0" sldId="278"/>
        </pc:sldMkLst>
      </pc:sldChg>
      <pc:sldChg chg="add ord">
        <pc:chgData name="CAO Xuming" userId="S::xumingcao@ln.hk::01570dc8-b3ec-452b-bd75-397885c271c0" providerId="AD" clId="Web-{7D29422E-B42A-AAAD-23F3-EA7C285E06CE}" dt="2026-10-19T15:03:48.349" v="3"/>
        <pc:sldMkLst>
          <pc:docMk/>
          <pc:sldMk cId="0" sldId="280"/>
        </pc:sldMkLst>
      </pc:sldChg>
      <pc:sldChg chg="add ord">
        <pc:chgData name="CAO Xuming" userId="S::xumingcao@ln.hk::01570dc8-b3ec-452b-bd75-397885c271c0" providerId="AD" clId="Web-{7D29422E-B42A-AAAD-23F3-EA7C285E06CE}" dt="2026-10-19T15:03:17.942" v="1"/>
        <pc:sldMkLst>
          <pc:docMk/>
          <pc:sldMk cId="0" sldId="282"/>
        </pc:sldMkLst>
      </pc:sldChg>
      <pc:sldChg chg="new del ord">
        <pc:chgData name="CAO Xuming" userId="S::xumingcao@ln.hk::01570dc8-b3ec-452b-bd75-397885c271c0" providerId="AD" clId="Web-{7D29422E-B42A-AAAD-23F3-EA7C285E06CE}" dt="2026-10-19T15:04:28.867" v="11"/>
        <pc:sldMkLst>
          <pc:docMk/>
          <pc:sldMk cId="549431883" sldId="283"/>
        </pc:sldMkLst>
      </pc:sldChg>
      <pc:sldChg chg="modSp add del">
        <pc:chgData name="CAO Xuming" userId="S::xumingcao@ln.hk::01570dc8-b3ec-452b-bd75-397885c271c0" providerId="AD" clId="Web-{7D29422E-B42A-AAAD-23F3-EA7C285E06CE}" dt="2026-10-19T15:05:32.307" v="17" actId="14100"/>
        <pc:sldMkLst>
          <pc:docMk/>
          <pc:sldMk cId="3134076171" sldId="284"/>
        </pc:sldMkLst>
        <pc:spChg chg="mod">
          <ac:chgData name="CAO Xuming" userId="S::xumingcao@ln.hk::01570dc8-b3ec-452b-bd75-397885c271c0" providerId="AD" clId="Web-{7D29422E-B42A-AAAD-23F3-EA7C285E06CE}" dt="2026-10-19T15:05:05.743" v="12" actId="20577"/>
          <ac:spMkLst>
            <pc:docMk/>
            <pc:sldMk cId="3134076171" sldId="284"/>
            <ac:spMk id="4" creationId="{00000000-0000-0000-0000-000000000000}"/>
          </ac:spMkLst>
        </pc:spChg>
        <pc:spChg chg="mod">
          <ac:chgData name="CAO Xuming" userId="S::xumingcao@ln.hk::01570dc8-b3ec-452b-bd75-397885c271c0" providerId="AD" clId="Web-{7D29422E-B42A-AAAD-23F3-EA7C285E06CE}" dt="2026-10-19T15:05:32.307" v="17" actId="14100"/>
          <ac:spMkLst>
            <pc:docMk/>
            <pc:sldMk cId="3134076171" sldId="284"/>
            <ac:spMk id="14" creationId="{00000000-0000-0000-0000-000000000000}"/>
          </ac:spMkLst>
        </pc:spChg>
      </pc:sldChg>
    </pc:docChg>
  </pc:docChgLst>
  <pc:docChgLst>
    <pc:chgData name="LYU Jiayi" userId="S::jiayilyu3@ln.hk::2e83a2cf-eacd-4f2d-9746-ccd05a0fc591" providerId="AD" clId="Web-{00000000-0000-0000-0000-000000000000}"/>
    <pc:docChg chg="addSld delSld modSld">
      <pc:chgData name="LYU Jiayi" userId="S::jiayilyu3@ln.hk::2e83a2cf-eacd-4f2d-9746-ccd05a0fc591" providerId="AD" clId="Web-{00000000-0000-0000-0000-000000000000}" dt="2026-10-18T05:11:40.726" v="897" actId="14100"/>
      <pc:docMkLst>
        <pc:docMk/>
      </pc:docMkLst>
      <pc:sldChg chg="del">
        <pc:chgData name="LYU Jiayi" userId="S::jiayilyu3@ln.hk::2e83a2cf-eacd-4f2d-9746-ccd05a0fc591" providerId="AD" clId="Web-{00000000-0000-0000-0000-000000000000}" dt="2026-10-18T04:34:31.845" v="75"/>
        <pc:sldMkLst>
          <pc:docMk/>
          <pc:sldMk cId="0" sldId="256"/>
        </pc:sldMkLst>
      </pc:sldChg>
      <pc:sldChg chg="addSp modSp">
        <pc:chgData name="LYU Jiayi" userId="S::jiayilyu3@ln.hk::2e83a2cf-eacd-4f2d-9746-ccd05a0fc591" providerId="AD" clId="Web-{00000000-0000-0000-0000-000000000000}" dt="2026-10-18T04:52:57.095" v="579" actId="1076"/>
        <pc:sldMkLst>
          <pc:docMk/>
          <pc:sldMk cId="0" sldId="257"/>
        </pc:sldMkLst>
        <pc:spChg chg="add mod">
          <ac:chgData name="LYU Jiayi" userId="S::jiayilyu3@ln.hk::2e83a2cf-eacd-4f2d-9746-ccd05a0fc591" providerId="AD" clId="Web-{00000000-0000-0000-0000-000000000000}" dt="2026-10-18T04:52:57.095" v="579" actId="1076"/>
          <ac:spMkLst>
            <pc:docMk/>
            <pc:sldMk cId="0" sldId="257"/>
            <ac:spMk id="3" creationId="{9178F2F7-4CB6-894E-EEA7-923F5FF0EDE1}"/>
          </ac:spMkLst>
        </pc:spChg>
        <pc:spChg chg="mod">
          <ac:chgData name="LYU Jiayi" userId="S::jiayilyu3@ln.hk::2e83a2cf-eacd-4f2d-9746-ccd05a0fc591" providerId="AD" clId="Web-{00000000-0000-0000-0000-000000000000}" dt="2026-10-18T04:40:06.342" v="282" actId="14100"/>
          <ac:spMkLst>
            <pc:docMk/>
            <pc:sldMk cId="0" sldId="257"/>
            <ac:spMk id="94" creationId="{00000000-0000-0000-0000-000000000000}"/>
          </ac:spMkLst>
        </pc:spChg>
        <pc:spChg chg="mod">
          <ac:chgData name="LYU Jiayi" userId="S::jiayilyu3@ln.hk::2e83a2cf-eacd-4f2d-9746-ccd05a0fc591" providerId="AD" clId="Web-{00000000-0000-0000-0000-000000000000}" dt="2026-10-18T04:40:19.827" v="284" actId="14100"/>
          <ac:spMkLst>
            <pc:docMk/>
            <pc:sldMk cId="0" sldId="257"/>
            <ac:spMk id="95" creationId="{00000000-0000-0000-0000-000000000000}"/>
          </ac:spMkLst>
        </pc:spChg>
        <pc:spChg chg="mod">
          <ac:chgData name="LYU Jiayi" userId="S::jiayilyu3@ln.hk::2e83a2cf-eacd-4f2d-9746-ccd05a0fc591" providerId="AD" clId="Web-{00000000-0000-0000-0000-000000000000}" dt="2026-10-18T04:41:39.190" v="306" actId="14100"/>
          <ac:spMkLst>
            <pc:docMk/>
            <pc:sldMk cId="0" sldId="257"/>
            <ac:spMk id="96" creationId="{00000000-0000-0000-0000-000000000000}"/>
          </ac:spMkLst>
        </pc:spChg>
        <pc:spChg chg="mod">
          <ac:chgData name="LYU Jiayi" userId="S::jiayilyu3@ln.hk::2e83a2cf-eacd-4f2d-9746-ccd05a0fc591" providerId="AD" clId="Web-{00000000-0000-0000-0000-000000000000}" dt="2026-10-18T04:41:43.174" v="307" actId="14100"/>
          <ac:spMkLst>
            <pc:docMk/>
            <pc:sldMk cId="0" sldId="257"/>
            <ac:spMk id="97" creationId="{00000000-0000-0000-0000-000000000000}"/>
          </ac:spMkLst>
        </pc:spChg>
        <pc:spChg chg="mod">
          <ac:chgData name="LYU Jiayi" userId="S::jiayilyu3@ln.hk::2e83a2cf-eacd-4f2d-9746-ccd05a0fc591" providerId="AD" clId="Web-{00000000-0000-0000-0000-000000000000}" dt="2026-10-18T04:41:23.736" v="302" actId="14100"/>
          <ac:spMkLst>
            <pc:docMk/>
            <pc:sldMk cId="0" sldId="257"/>
            <ac:spMk id="98" creationId="{00000000-0000-0000-0000-000000000000}"/>
          </ac:spMkLst>
        </pc:spChg>
        <pc:spChg chg="mod">
          <ac:chgData name="LYU Jiayi" userId="S::jiayilyu3@ln.hk::2e83a2cf-eacd-4f2d-9746-ccd05a0fc591" providerId="AD" clId="Web-{00000000-0000-0000-0000-000000000000}" dt="2026-10-18T04:41:26.814" v="303" actId="14100"/>
          <ac:spMkLst>
            <pc:docMk/>
            <pc:sldMk cId="0" sldId="257"/>
            <ac:spMk id="99" creationId="{00000000-0000-0000-0000-000000000000}"/>
          </ac:spMkLst>
        </pc:spChg>
        <pc:spChg chg="mod">
          <ac:chgData name="LYU Jiayi" userId="S::jiayilyu3@ln.hk::2e83a2cf-eacd-4f2d-9746-ccd05a0fc591" providerId="AD" clId="Web-{00000000-0000-0000-0000-000000000000}" dt="2026-10-18T04:41:12.923" v="299" actId="14100"/>
          <ac:spMkLst>
            <pc:docMk/>
            <pc:sldMk cId="0" sldId="257"/>
            <ac:spMk id="100" creationId="{00000000-0000-0000-0000-000000000000}"/>
          </ac:spMkLst>
        </pc:spChg>
        <pc:spChg chg="mod">
          <ac:chgData name="LYU Jiayi" userId="S::jiayilyu3@ln.hk::2e83a2cf-eacd-4f2d-9746-ccd05a0fc591" providerId="AD" clId="Web-{00000000-0000-0000-0000-000000000000}" dt="2026-10-18T04:41:20.314" v="301" actId="1076"/>
          <ac:spMkLst>
            <pc:docMk/>
            <pc:sldMk cId="0" sldId="257"/>
            <ac:spMk id="101" creationId="{00000000-0000-0000-0000-000000000000}"/>
          </ac:spMkLst>
        </pc:spChg>
        <pc:spChg chg="mod">
          <ac:chgData name="LYU Jiayi" userId="S::jiayilyu3@ln.hk::2e83a2cf-eacd-4f2d-9746-ccd05a0fc591" providerId="AD" clId="Web-{00000000-0000-0000-0000-000000000000}" dt="2026-10-18T04:42:17.082" v="316" actId="14100"/>
          <ac:spMkLst>
            <pc:docMk/>
            <pc:sldMk cId="0" sldId="257"/>
            <ac:spMk id="102" creationId="{00000000-0000-0000-0000-000000000000}"/>
          </ac:spMkLst>
        </pc:spChg>
        <pc:spChg chg="mod">
          <ac:chgData name="LYU Jiayi" userId="S::jiayilyu3@ln.hk::2e83a2cf-eacd-4f2d-9746-ccd05a0fc591" providerId="AD" clId="Web-{00000000-0000-0000-0000-000000000000}" dt="2026-10-18T04:42:58.177" v="328" actId="14100"/>
          <ac:spMkLst>
            <pc:docMk/>
            <pc:sldMk cId="0" sldId="257"/>
            <ac:spMk id="103" creationId="{00000000-0000-0000-0000-000000000000}"/>
          </ac:spMkLst>
        </pc:spChg>
        <pc:spChg chg="mod">
          <ac:chgData name="LYU Jiayi" userId="S::jiayilyu3@ln.hk::2e83a2cf-eacd-4f2d-9746-ccd05a0fc591" providerId="AD" clId="Web-{00000000-0000-0000-0000-000000000000}" dt="2026-10-18T04:42:05.362" v="312" actId="14100"/>
          <ac:spMkLst>
            <pc:docMk/>
            <pc:sldMk cId="0" sldId="257"/>
            <ac:spMk id="104" creationId="{00000000-0000-0000-0000-000000000000}"/>
          </ac:spMkLst>
        </pc:spChg>
        <pc:spChg chg="mod">
          <ac:chgData name="LYU Jiayi" userId="S::jiayilyu3@ln.hk::2e83a2cf-eacd-4f2d-9746-ccd05a0fc591" providerId="AD" clId="Web-{00000000-0000-0000-0000-000000000000}" dt="2026-10-18T04:43:01.661" v="329" actId="14100"/>
          <ac:spMkLst>
            <pc:docMk/>
            <pc:sldMk cId="0" sldId="257"/>
            <ac:spMk id="105" creationId="{00000000-0000-0000-0000-000000000000}"/>
          </ac:spMkLst>
        </pc:spChg>
        <pc:spChg chg="mod">
          <ac:chgData name="LYU Jiayi" userId="S::jiayilyu3@ln.hk::2e83a2cf-eacd-4f2d-9746-ccd05a0fc591" providerId="AD" clId="Web-{00000000-0000-0000-0000-000000000000}" dt="2026-10-18T04:52:02.921" v="565" actId="20577"/>
          <ac:spMkLst>
            <pc:docMk/>
            <pc:sldMk cId="0" sldId="257"/>
            <ac:spMk id="108" creationId="{00000000-0000-0000-0000-000000000000}"/>
          </ac:spMkLst>
        </pc:spChg>
        <pc:spChg chg="mod">
          <ac:chgData name="LYU Jiayi" userId="S::jiayilyu3@ln.hk::2e83a2cf-eacd-4f2d-9746-ccd05a0fc591" providerId="AD" clId="Web-{00000000-0000-0000-0000-000000000000}" dt="2026-10-18T04:39:39.919" v="218"/>
          <ac:spMkLst>
            <pc:docMk/>
            <pc:sldMk cId="0" sldId="257"/>
            <ac:spMk id="109" creationId="{00000000-0000-0000-0000-000000000000}"/>
          </ac:spMkLst>
        </pc:spChg>
        <pc:spChg chg="mod">
          <ac:chgData name="LYU Jiayi" userId="S::jiayilyu3@ln.hk::2e83a2cf-eacd-4f2d-9746-ccd05a0fc591" providerId="AD" clId="Web-{00000000-0000-0000-0000-000000000000}" dt="2026-10-18T04:39:55.154" v="263"/>
          <ac:spMkLst>
            <pc:docMk/>
            <pc:sldMk cId="0" sldId="257"/>
            <ac:spMk id="110" creationId="{00000000-0000-0000-0000-000000000000}"/>
          </ac:spMkLst>
        </pc:spChg>
        <pc:spChg chg="mod">
          <ac:chgData name="LYU Jiayi" userId="S::jiayilyu3@ln.hk::2e83a2cf-eacd-4f2d-9746-ccd05a0fc591" providerId="AD" clId="Web-{00000000-0000-0000-0000-000000000000}" dt="2026-10-18T04:39:55.154" v="264"/>
          <ac:spMkLst>
            <pc:docMk/>
            <pc:sldMk cId="0" sldId="257"/>
            <ac:spMk id="111" creationId="{00000000-0000-0000-0000-000000000000}"/>
          </ac:spMkLst>
        </pc:spChg>
        <pc:spChg chg="mod">
          <ac:chgData name="LYU Jiayi" userId="S::jiayilyu3@ln.hk::2e83a2cf-eacd-4f2d-9746-ccd05a0fc591" providerId="AD" clId="Web-{00000000-0000-0000-0000-000000000000}" dt="2026-10-18T04:41:29.908" v="304" actId="1076"/>
          <ac:spMkLst>
            <pc:docMk/>
            <pc:sldMk cId="0" sldId="257"/>
            <ac:spMk id="112" creationId="{00000000-0000-0000-0000-000000000000}"/>
          </ac:spMkLst>
        </pc:spChg>
        <pc:spChg chg="mod">
          <ac:chgData name="LYU Jiayi" userId="S::jiayilyu3@ln.hk::2e83a2cf-eacd-4f2d-9746-ccd05a0fc591" providerId="AD" clId="Web-{00000000-0000-0000-0000-000000000000}" dt="2026-10-18T04:41:32.127" v="305" actId="1076"/>
          <ac:spMkLst>
            <pc:docMk/>
            <pc:sldMk cId="0" sldId="257"/>
            <ac:spMk id="113" creationId="{00000000-0000-0000-0000-000000000000}"/>
          </ac:spMkLst>
        </pc:spChg>
        <pc:spChg chg="mod">
          <ac:chgData name="LYU Jiayi" userId="S::jiayilyu3@ln.hk::2e83a2cf-eacd-4f2d-9746-ccd05a0fc591" providerId="AD" clId="Web-{00000000-0000-0000-0000-000000000000}" dt="2026-10-18T04:41:10.657" v="297" actId="1076"/>
          <ac:spMkLst>
            <pc:docMk/>
            <pc:sldMk cId="0" sldId="257"/>
            <ac:spMk id="114" creationId="{00000000-0000-0000-0000-000000000000}"/>
          </ac:spMkLst>
        </pc:spChg>
        <pc:spChg chg="mod">
          <ac:chgData name="LYU Jiayi" userId="S::jiayilyu3@ln.hk::2e83a2cf-eacd-4f2d-9746-ccd05a0fc591" providerId="AD" clId="Web-{00000000-0000-0000-0000-000000000000}" dt="2026-10-18T04:41:10.673" v="298" actId="1076"/>
          <ac:spMkLst>
            <pc:docMk/>
            <pc:sldMk cId="0" sldId="257"/>
            <ac:spMk id="115" creationId="{00000000-0000-0000-0000-000000000000}"/>
          </ac:spMkLst>
        </pc:spChg>
        <pc:spChg chg="mod">
          <ac:chgData name="LYU Jiayi" userId="S::jiayilyu3@ln.hk::2e83a2cf-eacd-4f2d-9746-ccd05a0fc591" providerId="AD" clId="Web-{00000000-0000-0000-0000-000000000000}" dt="2026-10-18T04:42:19.738" v="318" actId="1076"/>
          <ac:spMkLst>
            <pc:docMk/>
            <pc:sldMk cId="0" sldId="257"/>
            <ac:spMk id="116" creationId="{00000000-0000-0000-0000-000000000000}"/>
          </ac:spMkLst>
        </pc:spChg>
        <pc:spChg chg="mod">
          <ac:chgData name="LYU Jiayi" userId="S::jiayilyu3@ln.hk::2e83a2cf-eacd-4f2d-9746-ccd05a0fc591" providerId="AD" clId="Web-{00000000-0000-0000-0000-000000000000}" dt="2026-10-18T04:42:22.644" v="319" actId="1076"/>
          <ac:spMkLst>
            <pc:docMk/>
            <pc:sldMk cId="0" sldId="257"/>
            <ac:spMk id="117" creationId="{00000000-0000-0000-0000-000000000000}"/>
          </ac:spMkLst>
        </pc:spChg>
        <pc:spChg chg="mod">
          <ac:chgData name="LYU Jiayi" userId="S::jiayilyu3@ln.hk::2e83a2cf-eacd-4f2d-9746-ccd05a0fc591" providerId="AD" clId="Web-{00000000-0000-0000-0000-000000000000}" dt="2026-10-18T04:42:11.378" v="314" actId="1076"/>
          <ac:spMkLst>
            <pc:docMk/>
            <pc:sldMk cId="0" sldId="257"/>
            <ac:spMk id="118" creationId="{00000000-0000-0000-0000-000000000000}"/>
          </ac:spMkLst>
        </pc:spChg>
        <pc:spChg chg="mod">
          <ac:chgData name="LYU Jiayi" userId="S::jiayilyu3@ln.hk::2e83a2cf-eacd-4f2d-9746-ccd05a0fc591" providerId="AD" clId="Web-{00000000-0000-0000-0000-000000000000}" dt="2026-10-18T04:42:11.394" v="315" actId="1076"/>
          <ac:spMkLst>
            <pc:docMk/>
            <pc:sldMk cId="0" sldId="257"/>
            <ac:spMk id="119" creationId="{00000000-0000-0000-0000-000000000000}"/>
          </ac:spMkLst>
        </pc:spChg>
        <pc:spChg chg="mod">
          <ac:chgData name="LYU Jiayi" userId="S::jiayilyu3@ln.hk::2e83a2cf-eacd-4f2d-9746-ccd05a0fc591" providerId="AD" clId="Web-{00000000-0000-0000-0000-000000000000}" dt="2026-10-18T04:39:55.170" v="273"/>
          <ac:spMkLst>
            <pc:docMk/>
            <pc:sldMk cId="0" sldId="257"/>
            <ac:spMk id="120" creationId="{00000000-0000-0000-0000-000000000000}"/>
          </ac:spMkLst>
        </pc:spChg>
        <pc:spChg chg="mod">
          <ac:chgData name="LYU Jiayi" userId="S::jiayilyu3@ln.hk::2e83a2cf-eacd-4f2d-9746-ccd05a0fc591" providerId="AD" clId="Web-{00000000-0000-0000-0000-000000000000}" dt="2026-10-18T04:39:55.170" v="274"/>
          <ac:spMkLst>
            <pc:docMk/>
            <pc:sldMk cId="0" sldId="257"/>
            <ac:spMk id="121" creationId="{00000000-0000-0000-0000-000000000000}"/>
          </ac:spMkLst>
        </pc:spChg>
        <pc:spChg chg="mod">
          <ac:chgData name="LYU Jiayi" userId="S::jiayilyu3@ln.hk::2e83a2cf-eacd-4f2d-9746-ccd05a0fc591" providerId="AD" clId="Web-{00000000-0000-0000-0000-000000000000}" dt="2026-10-18T04:41:05.251" v="295" actId="1076"/>
          <ac:spMkLst>
            <pc:docMk/>
            <pc:sldMk cId="0" sldId="257"/>
            <ac:spMk id="122" creationId="{00000000-0000-0000-0000-000000000000}"/>
          </ac:spMkLst>
        </pc:spChg>
        <pc:spChg chg="mod">
          <ac:chgData name="LYU Jiayi" userId="S::jiayilyu3@ln.hk::2e83a2cf-eacd-4f2d-9746-ccd05a0fc591" providerId="AD" clId="Web-{00000000-0000-0000-0000-000000000000}" dt="2026-10-18T04:41:07.423" v="296" actId="1076"/>
          <ac:spMkLst>
            <pc:docMk/>
            <pc:sldMk cId="0" sldId="257"/>
            <ac:spMk id="123" creationId="{00000000-0000-0000-0000-000000000000}"/>
          </ac:spMkLst>
        </pc:spChg>
        <pc:spChg chg="mod">
          <ac:chgData name="LYU Jiayi" userId="S::jiayilyu3@ln.hk::2e83a2cf-eacd-4f2d-9746-ccd05a0fc591" providerId="AD" clId="Web-{00000000-0000-0000-0000-000000000000}" dt="2026-10-18T04:42:26.504" v="320" actId="14100"/>
          <ac:spMkLst>
            <pc:docMk/>
            <pc:sldMk cId="0" sldId="257"/>
            <ac:spMk id="124" creationId="{00000000-0000-0000-0000-000000000000}"/>
          </ac:spMkLst>
        </pc:spChg>
        <pc:spChg chg="mod">
          <ac:chgData name="LYU Jiayi" userId="S::jiayilyu3@ln.hk::2e83a2cf-eacd-4f2d-9746-ccd05a0fc591" providerId="AD" clId="Web-{00000000-0000-0000-0000-000000000000}" dt="2026-10-18T04:42:51.974" v="327" actId="1076"/>
          <ac:spMkLst>
            <pc:docMk/>
            <pc:sldMk cId="0" sldId="257"/>
            <ac:spMk id="125" creationId="{00000000-0000-0000-0000-000000000000}"/>
          </ac:spMkLst>
        </pc:spChg>
        <pc:spChg chg="mod">
          <ac:chgData name="LYU Jiayi" userId="S::jiayilyu3@ln.hk::2e83a2cf-eacd-4f2d-9746-ccd05a0fc591" providerId="AD" clId="Web-{00000000-0000-0000-0000-000000000000}" dt="2026-10-18T04:42:47.239" v="325" actId="1076"/>
          <ac:spMkLst>
            <pc:docMk/>
            <pc:sldMk cId="0" sldId="257"/>
            <ac:spMk id="126" creationId="{00000000-0000-0000-0000-000000000000}"/>
          </ac:spMkLst>
        </pc:spChg>
        <pc:spChg chg="mod">
          <ac:chgData name="LYU Jiayi" userId="S::jiayilyu3@ln.hk::2e83a2cf-eacd-4f2d-9746-ccd05a0fc591" providerId="AD" clId="Web-{00000000-0000-0000-0000-000000000000}" dt="2026-10-18T04:42:49.927" v="326" actId="1076"/>
          <ac:spMkLst>
            <pc:docMk/>
            <pc:sldMk cId="0" sldId="257"/>
            <ac:spMk id="127" creationId="{00000000-0000-0000-0000-000000000000}"/>
          </ac:spMkLst>
        </pc:spChg>
        <pc:picChg chg="mod">
          <ac:chgData name="LYU Jiayi" userId="S::jiayilyu3@ln.hk::2e83a2cf-eacd-4f2d-9746-ccd05a0fc591" providerId="AD" clId="Web-{00000000-0000-0000-0000-000000000000}" dt="2026-10-18T04:39:45.763" v="225" actId="1076"/>
          <ac:picMkLst>
            <pc:docMk/>
            <pc:sldMk cId="0" sldId="257"/>
            <ac:picMk id="106" creationId="{00000000-0000-0000-0000-000000000000}"/>
          </ac:picMkLst>
        </pc:picChg>
        <pc:picChg chg="mod">
          <ac:chgData name="LYU Jiayi" userId="S::jiayilyu3@ln.hk::2e83a2cf-eacd-4f2d-9746-ccd05a0fc591" providerId="AD" clId="Web-{00000000-0000-0000-0000-000000000000}" dt="2026-10-18T04:39:50.029" v="241" actId="1076"/>
          <ac:picMkLst>
            <pc:docMk/>
            <pc:sldMk cId="0" sldId="257"/>
            <ac:picMk id="107" creationId="{00000000-0000-0000-0000-000000000000}"/>
          </ac:picMkLst>
        </pc:picChg>
      </pc:sldChg>
      <pc:sldChg chg="modSp add del">
        <pc:chgData name="LYU Jiayi" userId="S::jiayilyu3@ln.hk::2e83a2cf-eacd-4f2d-9746-ccd05a0fc591" providerId="AD" clId="Web-{00000000-0000-0000-0000-000000000000}" dt="2026-10-18T04:59:21.161" v="726" actId="20577"/>
        <pc:sldMkLst>
          <pc:docMk/>
          <pc:sldMk cId="0" sldId="258"/>
        </pc:sldMkLst>
        <pc:spChg chg="mod">
          <ac:chgData name="LYU Jiayi" userId="S::jiayilyu3@ln.hk::2e83a2cf-eacd-4f2d-9746-ccd05a0fc591" providerId="AD" clId="Web-{00000000-0000-0000-0000-000000000000}" dt="2026-10-18T04:56:08.243" v="653"/>
          <ac:spMkLst>
            <pc:docMk/>
            <pc:sldMk cId="0" sldId="258"/>
            <ac:spMk id="3" creationId="{00000000-0000-0000-0000-000000000000}"/>
          </ac:spMkLst>
        </pc:spChg>
        <pc:spChg chg="mod">
          <ac:chgData name="LYU Jiayi" userId="S::jiayilyu3@ln.hk::2e83a2cf-eacd-4f2d-9746-ccd05a0fc591" providerId="AD" clId="Web-{00000000-0000-0000-0000-000000000000}" dt="2026-10-18T04:57:04.496" v="669"/>
          <ac:spMkLst>
            <pc:docMk/>
            <pc:sldMk cId="0" sldId="258"/>
            <ac:spMk id="4" creationId="{00000000-0000-0000-0000-000000000000}"/>
          </ac:spMkLst>
        </pc:spChg>
        <pc:spChg chg="mod">
          <ac:chgData name="LYU Jiayi" userId="S::jiayilyu3@ln.hk::2e83a2cf-eacd-4f2d-9746-ccd05a0fc591" providerId="AD" clId="Web-{00000000-0000-0000-0000-000000000000}" dt="2026-10-18T04:57:04.496" v="670"/>
          <ac:spMkLst>
            <pc:docMk/>
            <pc:sldMk cId="0" sldId="258"/>
            <ac:spMk id="5" creationId="{00000000-0000-0000-0000-000000000000}"/>
          </ac:spMkLst>
        </pc:spChg>
        <pc:spChg chg="mod">
          <ac:chgData name="LYU Jiayi" userId="S::jiayilyu3@ln.hk::2e83a2cf-eacd-4f2d-9746-ccd05a0fc591" providerId="AD" clId="Web-{00000000-0000-0000-0000-000000000000}" dt="2026-10-18T04:57:04.496" v="671"/>
          <ac:spMkLst>
            <pc:docMk/>
            <pc:sldMk cId="0" sldId="258"/>
            <ac:spMk id="6" creationId="{00000000-0000-0000-0000-000000000000}"/>
          </ac:spMkLst>
        </pc:spChg>
        <pc:spChg chg="mod">
          <ac:chgData name="LYU Jiayi" userId="S::jiayilyu3@ln.hk::2e83a2cf-eacd-4f2d-9746-ccd05a0fc591" providerId="AD" clId="Web-{00000000-0000-0000-0000-000000000000}" dt="2026-10-18T04:57:04.496" v="672"/>
          <ac:spMkLst>
            <pc:docMk/>
            <pc:sldMk cId="0" sldId="258"/>
            <ac:spMk id="7" creationId="{00000000-0000-0000-0000-000000000000}"/>
          </ac:spMkLst>
        </pc:spChg>
        <pc:spChg chg="mod">
          <ac:chgData name="LYU Jiayi" userId="S::jiayilyu3@ln.hk::2e83a2cf-eacd-4f2d-9746-ccd05a0fc591" providerId="AD" clId="Web-{00000000-0000-0000-0000-000000000000}" dt="2026-10-18T04:57:04.496" v="673"/>
          <ac:spMkLst>
            <pc:docMk/>
            <pc:sldMk cId="0" sldId="258"/>
            <ac:spMk id="8" creationId="{00000000-0000-0000-0000-000000000000}"/>
          </ac:spMkLst>
        </pc:spChg>
        <pc:spChg chg="mod">
          <ac:chgData name="LYU Jiayi" userId="S::jiayilyu3@ln.hk::2e83a2cf-eacd-4f2d-9746-ccd05a0fc591" providerId="AD" clId="Web-{00000000-0000-0000-0000-000000000000}" dt="2026-10-18T04:57:04.496" v="674"/>
          <ac:spMkLst>
            <pc:docMk/>
            <pc:sldMk cId="0" sldId="258"/>
            <ac:spMk id="9" creationId="{00000000-0000-0000-0000-000000000000}"/>
          </ac:spMkLst>
        </pc:spChg>
        <pc:spChg chg="mod">
          <ac:chgData name="LYU Jiayi" userId="S::jiayilyu3@ln.hk::2e83a2cf-eacd-4f2d-9746-ccd05a0fc591" providerId="AD" clId="Web-{00000000-0000-0000-0000-000000000000}" dt="2026-10-18T04:58:48.879" v="710" actId="20577"/>
          <ac:spMkLst>
            <pc:docMk/>
            <pc:sldMk cId="0" sldId="258"/>
            <ac:spMk id="12" creationId="{00000000-0000-0000-0000-000000000000}"/>
          </ac:spMkLst>
        </pc:spChg>
        <pc:spChg chg="mod">
          <ac:chgData name="LYU Jiayi" userId="S::jiayilyu3@ln.hk::2e83a2cf-eacd-4f2d-9746-ccd05a0fc591" providerId="AD" clId="Web-{00000000-0000-0000-0000-000000000000}" dt="2026-10-18T04:56:56.495" v="667" actId="1076"/>
          <ac:spMkLst>
            <pc:docMk/>
            <pc:sldMk cId="0" sldId="258"/>
            <ac:spMk id="13" creationId="{00000000-0000-0000-0000-000000000000}"/>
          </ac:spMkLst>
        </pc:spChg>
        <pc:spChg chg="mod">
          <ac:chgData name="LYU Jiayi" userId="S::jiayilyu3@ln.hk::2e83a2cf-eacd-4f2d-9746-ccd05a0fc591" providerId="AD" clId="Web-{00000000-0000-0000-0000-000000000000}" dt="2026-10-18T04:56:59.308" v="668" actId="1076"/>
          <ac:spMkLst>
            <pc:docMk/>
            <pc:sldMk cId="0" sldId="258"/>
            <ac:spMk id="14" creationId="{00000000-0000-0000-0000-000000000000}"/>
          </ac:spMkLst>
        </pc:spChg>
        <pc:spChg chg="mod">
          <ac:chgData name="LYU Jiayi" userId="S::jiayilyu3@ln.hk::2e83a2cf-eacd-4f2d-9746-ccd05a0fc591" providerId="AD" clId="Web-{00000000-0000-0000-0000-000000000000}" dt="2026-10-18T04:56:43.589" v="663" actId="20577"/>
          <ac:spMkLst>
            <pc:docMk/>
            <pc:sldMk cId="0" sldId="258"/>
            <ac:spMk id="15" creationId="{00000000-0000-0000-0000-000000000000}"/>
          </ac:spMkLst>
        </pc:spChg>
        <pc:spChg chg="mod">
          <ac:chgData name="LYU Jiayi" userId="S::jiayilyu3@ln.hk::2e83a2cf-eacd-4f2d-9746-ccd05a0fc591" providerId="AD" clId="Web-{00000000-0000-0000-0000-000000000000}" dt="2026-10-18T04:56:46.854" v="664" actId="20577"/>
          <ac:spMkLst>
            <pc:docMk/>
            <pc:sldMk cId="0" sldId="258"/>
            <ac:spMk id="16" creationId="{00000000-0000-0000-0000-000000000000}"/>
          </ac:spMkLst>
        </pc:spChg>
        <pc:spChg chg="mod">
          <ac:chgData name="LYU Jiayi" userId="S::jiayilyu3@ln.hk::2e83a2cf-eacd-4f2d-9746-ccd05a0fc591" providerId="AD" clId="Web-{00000000-0000-0000-0000-000000000000}" dt="2026-10-18T04:57:04.496" v="675"/>
          <ac:spMkLst>
            <pc:docMk/>
            <pc:sldMk cId="0" sldId="258"/>
            <ac:spMk id="17" creationId="{00000000-0000-0000-0000-000000000000}"/>
          </ac:spMkLst>
        </pc:spChg>
        <pc:spChg chg="mod">
          <ac:chgData name="LYU Jiayi" userId="S::jiayilyu3@ln.hk::2e83a2cf-eacd-4f2d-9746-ccd05a0fc591" providerId="AD" clId="Web-{00000000-0000-0000-0000-000000000000}" dt="2026-10-18T04:57:04.496" v="676"/>
          <ac:spMkLst>
            <pc:docMk/>
            <pc:sldMk cId="0" sldId="258"/>
            <ac:spMk id="18" creationId="{00000000-0000-0000-0000-000000000000}"/>
          </ac:spMkLst>
        </pc:spChg>
        <pc:spChg chg="mod">
          <ac:chgData name="LYU Jiayi" userId="S::jiayilyu3@ln.hk::2e83a2cf-eacd-4f2d-9746-ccd05a0fc591" providerId="AD" clId="Web-{00000000-0000-0000-0000-000000000000}" dt="2026-10-18T04:59:21.161" v="726" actId="20577"/>
          <ac:spMkLst>
            <pc:docMk/>
            <pc:sldMk cId="0" sldId="258"/>
            <ac:spMk id="19" creationId="{00000000-0000-0000-0000-000000000000}"/>
          </ac:spMkLst>
        </pc:spChg>
        <pc:spChg chg="mod">
          <ac:chgData name="LYU Jiayi" userId="S::jiayilyu3@ln.hk::2e83a2cf-eacd-4f2d-9746-ccd05a0fc591" providerId="AD" clId="Web-{00000000-0000-0000-0000-000000000000}" dt="2026-10-18T04:57:04.511" v="678"/>
          <ac:spMkLst>
            <pc:docMk/>
            <pc:sldMk cId="0" sldId="258"/>
            <ac:spMk id="20" creationId="{00000000-0000-0000-0000-000000000000}"/>
          </ac:spMkLst>
        </pc:spChg>
        <pc:spChg chg="mod">
          <ac:chgData name="LYU Jiayi" userId="S::jiayilyu3@ln.hk::2e83a2cf-eacd-4f2d-9746-ccd05a0fc591" providerId="AD" clId="Web-{00000000-0000-0000-0000-000000000000}" dt="2026-10-18T04:57:04.511" v="679"/>
          <ac:spMkLst>
            <pc:docMk/>
            <pc:sldMk cId="0" sldId="258"/>
            <ac:spMk id="21" creationId="{00000000-0000-0000-0000-000000000000}"/>
          </ac:spMkLst>
        </pc:spChg>
        <pc:spChg chg="mod">
          <ac:chgData name="LYU Jiayi" userId="S::jiayilyu3@ln.hk::2e83a2cf-eacd-4f2d-9746-ccd05a0fc591" providerId="AD" clId="Web-{00000000-0000-0000-0000-000000000000}" dt="2026-10-18T04:57:04.746" v="680"/>
          <ac:spMkLst>
            <pc:docMk/>
            <pc:sldMk cId="0" sldId="258"/>
            <ac:spMk id="22" creationId="{00000000-0000-0000-0000-000000000000}"/>
          </ac:spMkLst>
        </pc:spChg>
        <pc:spChg chg="mod">
          <ac:chgData name="LYU Jiayi" userId="S::jiayilyu3@ln.hk::2e83a2cf-eacd-4f2d-9746-ccd05a0fc591" providerId="AD" clId="Web-{00000000-0000-0000-0000-000000000000}" dt="2026-10-18T04:56:52.589" v="666" actId="1076"/>
          <ac:spMkLst>
            <pc:docMk/>
            <pc:sldMk cId="0" sldId="258"/>
            <ac:spMk id="23" creationId="{00000000-0000-0000-0000-000000000000}"/>
          </ac:spMkLst>
        </pc:spChg>
        <pc:spChg chg="mod">
          <ac:chgData name="LYU Jiayi" userId="S::jiayilyu3@ln.hk::2e83a2cf-eacd-4f2d-9746-ccd05a0fc591" providerId="AD" clId="Web-{00000000-0000-0000-0000-000000000000}" dt="2026-10-18T04:43:51.835" v="343" actId="1076"/>
          <ac:spMkLst>
            <pc:docMk/>
            <pc:sldMk cId="0" sldId="258"/>
            <ac:spMk id="132" creationId="{00000000-0000-0000-0000-000000000000}"/>
          </ac:spMkLst>
        </pc:spChg>
        <pc:spChg chg="mod">
          <ac:chgData name="LYU Jiayi" userId="S::jiayilyu3@ln.hk::2e83a2cf-eacd-4f2d-9746-ccd05a0fc591" providerId="AD" clId="Web-{00000000-0000-0000-0000-000000000000}" dt="2026-10-18T04:43:51.851" v="344" actId="1076"/>
          <ac:spMkLst>
            <pc:docMk/>
            <pc:sldMk cId="0" sldId="258"/>
            <ac:spMk id="133" creationId="{00000000-0000-0000-0000-000000000000}"/>
          </ac:spMkLst>
        </pc:spChg>
        <pc:spChg chg="mod">
          <ac:chgData name="LYU Jiayi" userId="S::jiayilyu3@ln.hk::2e83a2cf-eacd-4f2d-9746-ccd05a0fc591" providerId="AD" clId="Web-{00000000-0000-0000-0000-000000000000}" dt="2026-10-18T04:43:51.851" v="345" actId="1076"/>
          <ac:spMkLst>
            <pc:docMk/>
            <pc:sldMk cId="0" sldId="258"/>
            <ac:spMk id="134" creationId="{00000000-0000-0000-0000-000000000000}"/>
          </ac:spMkLst>
        </pc:spChg>
        <pc:spChg chg="mod">
          <ac:chgData name="LYU Jiayi" userId="S::jiayilyu3@ln.hk::2e83a2cf-eacd-4f2d-9746-ccd05a0fc591" providerId="AD" clId="Web-{00000000-0000-0000-0000-000000000000}" dt="2026-10-18T04:43:51.867" v="346" actId="1076"/>
          <ac:spMkLst>
            <pc:docMk/>
            <pc:sldMk cId="0" sldId="258"/>
            <ac:spMk id="135" creationId="{00000000-0000-0000-0000-000000000000}"/>
          </ac:spMkLst>
        </pc:spChg>
        <pc:spChg chg="mod">
          <ac:chgData name="LYU Jiayi" userId="S::jiayilyu3@ln.hk::2e83a2cf-eacd-4f2d-9746-ccd05a0fc591" providerId="AD" clId="Web-{00000000-0000-0000-0000-000000000000}" dt="2026-10-18T04:43:51.867" v="347" actId="1076"/>
          <ac:spMkLst>
            <pc:docMk/>
            <pc:sldMk cId="0" sldId="258"/>
            <ac:spMk id="136" creationId="{00000000-0000-0000-0000-000000000000}"/>
          </ac:spMkLst>
        </pc:spChg>
        <pc:spChg chg="mod">
          <ac:chgData name="LYU Jiayi" userId="S::jiayilyu3@ln.hk::2e83a2cf-eacd-4f2d-9746-ccd05a0fc591" providerId="AD" clId="Web-{00000000-0000-0000-0000-000000000000}" dt="2026-10-18T04:43:51.882" v="348" actId="1076"/>
          <ac:spMkLst>
            <pc:docMk/>
            <pc:sldMk cId="0" sldId="258"/>
            <ac:spMk id="137" creationId="{00000000-0000-0000-0000-000000000000}"/>
          </ac:spMkLst>
        </pc:spChg>
        <pc:spChg chg="mod">
          <ac:chgData name="LYU Jiayi" userId="S::jiayilyu3@ln.hk::2e83a2cf-eacd-4f2d-9746-ccd05a0fc591" providerId="AD" clId="Web-{00000000-0000-0000-0000-000000000000}" dt="2026-10-18T04:43:40.054" v="341" actId="1076"/>
          <ac:spMkLst>
            <pc:docMk/>
            <pc:sldMk cId="0" sldId="258"/>
            <ac:spMk id="140" creationId="{00000000-0000-0000-0000-000000000000}"/>
          </ac:spMkLst>
        </pc:spChg>
        <pc:spChg chg="mod">
          <ac:chgData name="LYU Jiayi" userId="S::jiayilyu3@ln.hk::2e83a2cf-eacd-4f2d-9746-ccd05a0fc591" providerId="AD" clId="Web-{00000000-0000-0000-0000-000000000000}" dt="2026-10-18T04:43:47.601" v="342" actId="1076"/>
          <ac:spMkLst>
            <pc:docMk/>
            <pc:sldMk cId="0" sldId="258"/>
            <ac:spMk id="141" creationId="{00000000-0000-0000-0000-000000000000}"/>
          </ac:spMkLst>
        </pc:spChg>
        <pc:spChg chg="mod">
          <ac:chgData name="LYU Jiayi" userId="S::jiayilyu3@ln.hk::2e83a2cf-eacd-4f2d-9746-ccd05a0fc591" providerId="AD" clId="Web-{00000000-0000-0000-0000-000000000000}" dt="2026-10-18T04:43:51.898" v="351" actId="1076"/>
          <ac:spMkLst>
            <pc:docMk/>
            <pc:sldMk cId="0" sldId="258"/>
            <ac:spMk id="142" creationId="{00000000-0000-0000-0000-000000000000}"/>
          </ac:spMkLst>
        </pc:spChg>
        <pc:spChg chg="mod">
          <ac:chgData name="LYU Jiayi" userId="S::jiayilyu3@ln.hk::2e83a2cf-eacd-4f2d-9746-ccd05a0fc591" providerId="AD" clId="Web-{00000000-0000-0000-0000-000000000000}" dt="2026-10-18T04:43:51.898" v="352" actId="1076"/>
          <ac:spMkLst>
            <pc:docMk/>
            <pc:sldMk cId="0" sldId="258"/>
            <ac:spMk id="143" creationId="{00000000-0000-0000-0000-000000000000}"/>
          </ac:spMkLst>
        </pc:spChg>
        <pc:spChg chg="mod">
          <ac:chgData name="LYU Jiayi" userId="S::jiayilyu3@ln.hk::2e83a2cf-eacd-4f2d-9746-ccd05a0fc591" providerId="AD" clId="Web-{00000000-0000-0000-0000-000000000000}" dt="2026-10-18T04:43:51.913" v="353" actId="1076"/>
          <ac:spMkLst>
            <pc:docMk/>
            <pc:sldMk cId="0" sldId="258"/>
            <ac:spMk id="144" creationId="{00000000-0000-0000-0000-000000000000}"/>
          </ac:spMkLst>
        </pc:spChg>
        <pc:spChg chg="mod">
          <ac:chgData name="LYU Jiayi" userId="S::jiayilyu3@ln.hk::2e83a2cf-eacd-4f2d-9746-ccd05a0fc591" providerId="AD" clId="Web-{00000000-0000-0000-0000-000000000000}" dt="2026-10-18T04:43:51.913" v="354" actId="1076"/>
          <ac:spMkLst>
            <pc:docMk/>
            <pc:sldMk cId="0" sldId="258"/>
            <ac:spMk id="145" creationId="{00000000-0000-0000-0000-000000000000}"/>
          </ac:spMkLst>
        </pc:spChg>
        <pc:spChg chg="mod">
          <ac:chgData name="LYU Jiayi" userId="S::jiayilyu3@ln.hk::2e83a2cf-eacd-4f2d-9746-ccd05a0fc591" providerId="AD" clId="Web-{00000000-0000-0000-0000-000000000000}" dt="2026-10-18T04:43:51.913" v="355" actId="1076"/>
          <ac:spMkLst>
            <pc:docMk/>
            <pc:sldMk cId="0" sldId="258"/>
            <ac:spMk id="146" creationId="{00000000-0000-0000-0000-000000000000}"/>
          </ac:spMkLst>
        </pc:spChg>
        <pc:spChg chg="mod">
          <ac:chgData name="LYU Jiayi" userId="S::jiayilyu3@ln.hk::2e83a2cf-eacd-4f2d-9746-ccd05a0fc591" providerId="AD" clId="Web-{00000000-0000-0000-0000-000000000000}" dt="2026-10-18T04:43:51.929" v="356" actId="1076"/>
          <ac:spMkLst>
            <pc:docMk/>
            <pc:sldMk cId="0" sldId="258"/>
            <ac:spMk id="147" creationId="{00000000-0000-0000-0000-000000000000}"/>
          </ac:spMkLst>
        </pc:spChg>
        <pc:picChg chg="mod">
          <ac:chgData name="LYU Jiayi" userId="S::jiayilyu3@ln.hk::2e83a2cf-eacd-4f2d-9746-ccd05a0fc591" providerId="AD" clId="Web-{00000000-0000-0000-0000-000000000000}" dt="2026-10-18T04:56:33.291" v="659" actId="14100"/>
          <ac:picMkLst>
            <pc:docMk/>
            <pc:sldMk cId="0" sldId="258"/>
            <ac:picMk id="10" creationId="{00000000-0000-0000-0000-000000000000}"/>
          </ac:picMkLst>
        </pc:picChg>
        <pc:picChg chg="mod">
          <ac:chgData name="LYU Jiayi" userId="S::jiayilyu3@ln.hk::2e83a2cf-eacd-4f2d-9746-ccd05a0fc591" providerId="AD" clId="Web-{00000000-0000-0000-0000-000000000000}" dt="2026-10-18T04:43:51.882" v="349" actId="1076"/>
          <ac:picMkLst>
            <pc:docMk/>
            <pc:sldMk cId="0" sldId="258"/>
            <ac:picMk id="138" creationId="{00000000-0000-0000-0000-000000000000}"/>
          </ac:picMkLst>
        </pc:picChg>
        <pc:picChg chg="mod">
          <ac:chgData name="LYU Jiayi" userId="S::jiayilyu3@ln.hk::2e83a2cf-eacd-4f2d-9746-ccd05a0fc591" providerId="AD" clId="Web-{00000000-0000-0000-0000-000000000000}" dt="2026-10-18T04:43:51.882" v="350" actId="1076"/>
          <ac:picMkLst>
            <pc:docMk/>
            <pc:sldMk cId="0" sldId="258"/>
            <ac:picMk id="139" creationId="{00000000-0000-0000-0000-000000000000}"/>
          </ac:picMkLst>
        </pc:picChg>
      </pc:sldChg>
      <pc:sldChg chg="modSp add del">
        <pc:chgData name="LYU Jiayi" userId="S::jiayilyu3@ln.hk::2e83a2cf-eacd-4f2d-9746-ccd05a0fc591" providerId="AD" clId="Web-{00000000-0000-0000-0000-000000000000}" dt="2026-10-18T04:59:08.551" v="724"/>
        <pc:sldMkLst>
          <pc:docMk/>
          <pc:sldMk cId="0" sldId="259"/>
        </pc:sldMkLst>
        <pc:spChg chg="mod">
          <ac:chgData name="LYU Jiayi" userId="S::jiayilyu3@ln.hk::2e83a2cf-eacd-4f2d-9746-ccd05a0fc591" providerId="AD" clId="Web-{00000000-0000-0000-0000-000000000000}" dt="2026-10-18T04:59:08.473" v="717"/>
          <ac:spMkLst>
            <pc:docMk/>
            <pc:sldMk cId="0" sldId="259"/>
            <ac:spMk id="3" creationId="{00000000-0000-0000-0000-000000000000}"/>
          </ac:spMkLst>
        </pc:spChg>
        <pc:spChg chg="mod">
          <ac:chgData name="LYU Jiayi" userId="S::jiayilyu3@ln.hk::2e83a2cf-eacd-4f2d-9746-ccd05a0fc591" providerId="AD" clId="Web-{00000000-0000-0000-0000-000000000000}" dt="2026-10-18T04:59:08.473" v="718"/>
          <ac:spMkLst>
            <pc:docMk/>
            <pc:sldMk cId="0" sldId="259"/>
            <ac:spMk id="4" creationId="{00000000-0000-0000-0000-000000000000}"/>
          </ac:spMkLst>
        </pc:spChg>
        <pc:spChg chg="mod">
          <ac:chgData name="LYU Jiayi" userId="S::jiayilyu3@ln.hk::2e83a2cf-eacd-4f2d-9746-ccd05a0fc591" providerId="AD" clId="Web-{00000000-0000-0000-0000-000000000000}" dt="2026-10-18T04:59:08.473" v="719"/>
          <ac:spMkLst>
            <pc:docMk/>
            <pc:sldMk cId="0" sldId="259"/>
            <ac:spMk id="5" creationId="{00000000-0000-0000-0000-000000000000}"/>
          </ac:spMkLst>
        </pc:spChg>
        <pc:spChg chg="mod">
          <ac:chgData name="LYU Jiayi" userId="S::jiayilyu3@ln.hk::2e83a2cf-eacd-4f2d-9746-ccd05a0fc591" providerId="AD" clId="Web-{00000000-0000-0000-0000-000000000000}" dt="2026-10-18T04:59:01.489" v="716" actId="1076"/>
          <ac:spMkLst>
            <pc:docMk/>
            <pc:sldMk cId="0" sldId="259"/>
            <ac:spMk id="10" creationId="{00000000-0000-0000-0000-000000000000}"/>
          </ac:spMkLst>
        </pc:spChg>
        <pc:spChg chg="mod">
          <ac:chgData name="LYU Jiayi" userId="S::jiayilyu3@ln.hk::2e83a2cf-eacd-4f2d-9746-ccd05a0fc591" providerId="AD" clId="Web-{00000000-0000-0000-0000-000000000000}" dt="2026-10-18T04:58:39.722" v="702"/>
          <ac:spMkLst>
            <pc:docMk/>
            <pc:sldMk cId="0" sldId="259"/>
            <ac:spMk id="11" creationId="{00000000-0000-0000-0000-000000000000}"/>
          </ac:spMkLst>
        </pc:spChg>
        <pc:spChg chg="mod">
          <ac:chgData name="LYU Jiayi" userId="S::jiayilyu3@ln.hk::2e83a2cf-eacd-4f2d-9746-ccd05a0fc591" providerId="AD" clId="Web-{00000000-0000-0000-0000-000000000000}" dt="2026-10-18T04:58:39.722" v="703"/>
          <ac:spMkLst>
            <pc:docMk/>
            <pc:sldMk cId="0" sldId="259"/>
            <ac:spMk id="12" creationId="{00000000-0000-0000-0000-000000000000}"/>
          </ac:spMkLst>
        </pc:spChg>
        <pc:spChg chg="mod">
          <ac:chgData name="LYU Jiayi" userId="S::jiayilyu3@ln.hk::2e83a2cf-eacd-4f2d-9746-ccd05a0fc591" providerId="AD" clId="Web-{00000000-0000-0000-0000-000000000000}" dt="2026-10-18T04:59:08.473" v="720"/>
          <ac:spMkLst>
            <pc:docMk/>
            <pc:sldMk cId="0" sldId="259"/>
            <ac:spMk id="13" creationId="{00000000-0000-0000-0000-000000000000}"/>
          </ac:spMkLst>
        </pc:spChg>
        <pc:spChg chg="mod">
          <ac:chgData name="LYU Jiayi" userId="S::jiayilyu3@ln.hk::2e83a2cf-eacd-4f2d-9746-ccd05a0fc591" providerId="AD" clId="Web-{00000000-0000-0000-0000-000000000000}" dt="2026-10-18T04:59:08.489" v="721"/>
          <ac:spMkLst>
            <pc:docMk/>
            <pc:sldMk cId="0" sldId="259"/>
            <ac:spMk id="14" creationId="{00000000-0000-0000-0000-000000000000}"/>
          </ac:spMkLst>
        </pc:spChg>
        <pc:spChg chg="mod">
          <ac:chgData name="LYU Jiayi" userId="S::jiayilyu3@ln.hk::2e83a2cf-eacd-4f2d-9746-ccd05a0fc591" providerId="AD" clId="Web-{00000000-0000-0000-0000-000000000000}" dt="2026-10-18T04:59:08.489" v="722"/>
          <ac:spMkLst>
            <pc:docMk/>
            <pc:sldMk cId="0" sldId="259"/>
            <ac:spMk id="15" creationId="{00000000-0000-0000-0000-000000000000}"/>
          </ac:spMkLst>
        </pc:spChg>
        <pc:spChg chg="mod">
          <ac:chgData name="LYU Jiayi" userId="S::jiayilyu3@ln.hk::2e83a2cf-eacd-4f2d-9746-ccd05a0fc591" providerId="AD" clId="Web-{00000000-0000-0000-0000-000000000000}" dt="2026-10-18T04:59:08.489" v="723"/>
          <ac:spMkLst>
            <pc:docMk/>
            <pc:sldMk cId="0" sldId="259"/>
            <ac:spMk id="16" creationId="{00000000-0000-0000-0000-000000000000}"/>
          </ac:spMkLst>
        </pc:spChg>
        <pc:spChg chg="mod">
          <ac:chgData name="LYU Jiayi" userId="S::jiayilyu3@ln.hk::2e83a2cf-eacd-4f2d-9746-ccd05a0fc591" providerId="AD" clId="Web-{00000000-0000-0000-0000-000000000000}" dt="2026-10-18T04:59:08.551" v="724"/>
          <ac:spMkLst>
            <pc:docMk/>
            <pc:sldMk cId="0" sldId="259"/>
            <ac:spMk id="22" creationId="{00000000-0000-0000-0000-000000000000}"/>
          </ac:spMkLst>
        </pc:spChg>
      </pc:sldChg>
      <pc:sldChg chg="modSp add del">
        <pc:chgData name="LYU Jiayi" userId="S::jiayilyu3@ln.hk::2e83a2cf-eacd-4f2d-9746-ccd05a0fc591" providerId="AD" clId="Web-{00000000-0000-0000-0000-000000000000}" dt="2026-10-18T05:06:15.442" v="864" actId="20577"/>
        <pc:sldMkLst>
          <pc:docMk/>
          <pc:sldMk cId="0" sldId="260"/>
        </pc:sldMkLst>
        <pc:spChg chg="mod">
          <ac:chgData name="LYU Jiayi" userId="S::jiayilyu3@ln.hk::2e83a2cf-eacd-4f2d-9746-ccd05a0fc591" providerId="AD" clId="Web-{00000000-0000-0000-0000-000000000000}" dt="2026-10-18T05:00:02.506" v="734"/>
          <ac:spMkLst>
            <pc:docMk/>
            <pc:sldMk cId="0" sldId="260"/>
            <ac:spMk id="3" creationId="{00000000-0000-0000-0000-000000000000}"/>
          </ac:spMkLst>
        </pc:spChg>
        <pc:spChg chg="mod">
          <ac:chgData name="LYU Jiayi" userId="S::jiayilyu3@ln.hk::2e83a2cf-eacd-4f2d-9746-ccd05a0fc591" providerId="AD" clId="Web-{00000000-0000-0000-0000-000000000000}" dt="2026-10-18T05:00:10.194" v="750"/>
          <ac:spMkLst>
            <pc:docMk/>
            <pc:sldMk cId="0" sldId="260"/>
            <ac:spMk id="4" creationId="{00000000-0000-0000-0000-000000000000}"/>
          </ac:spMkLst>
        </pc:spChg>
        <pc:spChg chg="mod">
          <ac:chgData name="LYU Jiayi" userId="S::jiayilyu3@ln.hk::2e83a2cf-eacd-4f2d-9746-ccd05a0fc591" providerId="AD" clId="Web-{00000000-0000-0000-0000-000000000000}" dt="2026-10-18T05:00:10.194" v="751"/>
          <ac:spMkLst>
            <pc:docMk/>
            <pc:sldMk cId="0" sldId="260"/>
            <ac:spMk id="5" creationId="{00000000-0000-0000-0000-000000000000}"/>
          </ac:spMkLst>
        </pc:spChg>
        <pc:spChg chg="mod">
          <ac:chgData name="LYU Jiayi" userId="S::jiayilyu3@ln.hk::2e83a2cf-eacd-4f2d-9746-ccd05a0fc591" providerId="AD" clId="Web-{00000000-0000-0000-0000-000000000000}" dt="2026-10-18T05:00:41.820" v="772" actId="14100"/>
          <ac:spMkLst>
            <pc:docMk/>
            <pc:sldMk cId="0" sldId="260"/>
            <ac:spMk id="6" creationId="{00000000-0000-0000-0000-000000000000}"/>
          </ac:spMkLst>
        </pc:spChg>
        <pc:spChg chg="mod">
          <ac:chgData name="LYU Jiayi" userId="S::jiayilyu3@ln.hk::2e83a2cf-eacd-4f2d-9746-ccd05a0fc591" providerId="AD" clId="Web-{00000000-0000-0000-0000-000000000000}" dt="2026-10-18T05:00:10.194" v="753"/>
          <ac:spMkLst>
            <pc:docMk/>
            <pc:sldMk cId="0" sldId="260"/>
            <ac:spMk id="7" creationId="{00000000-0000-0000-0000-000000000000}"/>
          </ac:spMkLst>
        </pc:spChg>
        <pc:spChg chg="mod">
          <ac:chgData name="LYU Jiayi" userId="S::jiayilyu3@ln.hk::2e83a2cf-eacd-4f2d-9746-ccd05a0fc591" providerId="AD" clId="Web-{00000000-0000-0000-0000-000000000000}" dt="2026-10-18T05:00:10.194" v="754"/>
          <ac:spMkLst>
            <pc:docMk/>
            <pc:sldMk cId="0" sldId="260"/>
            <ac:spMk id="8" creationId="{00000000-0000-0000-0000-000000000000}"/>
          </ac:spMkLst>
        </pc:spChg>
        <pc:spChg chg="mod">
          <ac:chgData name="LYU Jiayi" userId="S::jiayilyu3@ln.hk::2e83a2cf-eacd-4f2d-9746-ccd05a0fc591" providerId="AD" clId="Web-{00000000-0000-0000-0000-000000000000}" dt="2026-10-18T05:00:10.194" v="755"/>
          <ac:spMkLst>
            <pc:docMk/>
            <pc:sldMk cId="0" sldId="260"/>
            <ac:spMk id="9" creationId="{00000000-0000-0000-0000-000000000000}"/>
          </ac:spMkLst>
        </pc:spChg>
        <pc:spChg chg="mod">
          <ac:chgData name="LYU Jiayi" userId="S::jiayilyu3@ln.hk::2e83a2cf-eacd-4f2d-9746-ccd05a0fc591" providerId="AD" clId="Web-{00000000-0000-0000-0000-000000000000}" dt="2026-10-18T05:00:02.506" v="741"/>
          <ac:spMkLst>
            <pc:docMk/>
            <pc:sldMk cId="0" sldId="260"/>
            <ac:spMk id="14" creationId="{00000000-0000-0000-0000-000000000000}"/>
          </ac:spMkLst>
        </pc:spChg>
        <pc:spChg chg="mod">
          <ac:chgData name="LYU Jiayi" userId="S::jiayilyu3@ln.hk::2e83a2cf-eacd-4f2d-9746-ccd05a0fc591" providerId="AD" clId="Web-{00000000-0000-0000-0000-000000000000}" dt="2026-10-18T05:06:15.442" v="864" actId="20577"/>
          <ac:spMkLst>
            <pc:docMk/>
            <pc:sldMk cId="0" sldId="260"/>
            <ac:spMk id="15" creationId="{00000000-0000-0000-0000-000000000000}"/>
          </ac:spMkLst>
        </pc:spChg>
        <pc:spChg chg="mod">
          <ac:chgData name="LYU Jiayi" userId="S::jiayilyu3@ln.hk::2e83a2cf-eacd-4f2d-9746-ccd05a0fc591" providerId="AD" clId="Web-{00000000-0000-0000-0000-000000000000}" dt="2026-10-18T05:00:53.930" v="774" actId="1076"/>
          <ac:spMkLst>
            <pc:docMk/>
            <pc:sldMk cId="0" sldId="260"/>
            <ac:spMk id="16" creationId="{00000000-0000-0000-0000-000000000000}"/>
          </ac:spMkLst>
        </pc:spChg>
        <pc:spChg chg="mod">
          <ac:chgData name="LYU Jiayi" userId="S::jiayilyu3@ln.hk::2e83a2cf-eacd-4f2d-9746-ccd05a0fc591" providerId="AD" clId="Web-{00000000-0000-0000-0000-000000000000}" dt="2026-10-18T05:00:53.946" v="775" actId="1076"/>
          <ac:spMkLst>
            <pc:docMk/>
            <pc:sldMk cId="0" sldId="260"/>
            <ac:spMk id="17" creationId="{00000000-0000-0000-0000-000000000000}"/>
          </ac:spMkLst>
        </pc:spChg>
        <pc:spChg chg="mod">
          <ac:chgData name="LYU Jiayi" userId="S::jiayilyu3@ln.hk::2e83a2cf-eacd-4f2d-9746-ccd05a0fc591" providerId="AD" clId="Web-{00000000-0000-0000-0000-000000000000}" dt="2026-10-18T05:00:17.882" v="764" actId="14100"/>
          <ac:spMkLst>
            <pc:docMk/>
            <pc:sldMk cId="0" sldId="260"/>
            <ac:spMk id="18" creationId="{00000000-0000-0000-0000-000000000000}"/>
          </ac:spMkLst>
        </pc:spChg>
        <pc:spChg chg="mod">
          <ac:chgData name="LYU Jiayi" userId="S::jiayilyu3@ln.hk::2e83a2cf-eacd-4f2d-9746-ccd05a0fc591" providerId="AD" clId="Web-{00000000-0000-0000-0000-000000000000}" dt="2026-10-18T05:00:10.194" v="757"/>
          <ac:spMkLst>
            <pc:docMk/>
            <pc:sldMk cId="0" sldId="260"/>
            <ac:spMk id="19" creationId="{00000000-0000-0000-0000-000000000000}"/>
          </ac:spMkLst>
        </pc:spChg>
        <pc:spChg chg="mod">
          <ac:chgData name="LYU Jiayi" userId="S::jiayilyu3@ln.hk::2e83a2cf-eacd-4f2d-9746-ccd05a0fc591" providerId="AD" clId="Web-{00000000-0000-0000-0000-000000000000}" dt="2026-10-18T05:00:28.460" v="767" actId="1076"/>
          <ac:spMkLst>
            <pc:docMk/>
            <pc:sldMk cId="0" sldId="260"/>
            <ac:spMk id="20" creationId="{00000000-0000-0000-0000-000000000000}"/>
          </ac:spMkLst>
        </pc:spChg>
        <pc:spChg chg="mod">
          <ac:chgData name="LYU Jiayi" userId="S::jiayilyu3@ln.hk::2e83a2cf-eacd-4f2d-9746-ccd05a0fc591" providerId="AD" clId="Web-{00000000-0000-0000-0000-000000000000}" dt="2026-10-18T05:00:45.352" v="773" actId="14100"/>
          <ac:spMkLst>
            <pc:docMk/>
            <pc:sldMk cId="0" sldId="260"/>
            <ac:spMk id="21" creationId="{00000000-0000-0000-0000-000000000000}"/>
          </ac:spMkLst>
        </pc:spChg>
        <pc:spChg chg="mod">
          <ac:chgData name="LYU Jiayi" userId="S::jiayilyu3@ln.hk::2e83a2cf-eacd-4f2d-9746-ccd05a0fc591" providerId="AD" clId="Web-{00000000-0000-0000-0000-000000000000}" dt="2026-10-18T05:00:37.648" v="771" actId="1076"/>
          <ac:spMkLst>
            <pc:docMk/>
            <pc:sldMk cId="0" sldId="260"/>
            <ac:spMk id="22" creationId="{00000000-0000-0000-0000-000000000000}"/>
          </ac:spMkLst>
        </pc:spChg>
        <pc:spChg chg="mod">
          <ac:chgData name="LYU Jiayi" userId="S::jiayilyu3@ln.hk::2e83a2cf-eacd-4f2d-9746-ccd05a0fc591" providerId="AD" clId="Web-{00000000-0000-0000-0000-000000000000}" dt="2026-10-18T05:00:10.335" v="761"/>
          <ac:spMkLst>
            <pc:docMk/>
            <pc:sldMk cId="0" sldId="260"/>
            <ac:spMk id="23" creationId="{00000000-0000-0000-0000-000000000000}"/>
          </ac:spMkLst>
        </pc:spChg>
        <pc:spChg chg="mod">
          <ac:chgData name="LYU Jiayi" userId="S::jiayilyu3@ln.hk::2e83a2cf-eacd-4f2d-9746-ccd05a0fc591" providerId="AD" clId="Web-{00000000-0000-0000-0000-000000000000}" dt="2026-10-18T05:00:56.196" v="776" actId="1076"/>
          <ac:spMkLst>
            <pc:docMk/>
            <pc:sldMk cId="0" sldId="260"/>
            <ac:spMk id="24" creationId="{00000000-0000-0000-0000-000000000000}"/>
          </ac:spMkLst>
        </pc:spChg>
      </pc:sldChg>
      <pc:sldChg chg="addSp delSp modSp add del">
        <pc:chgData name="LYU Jiayi" userId="S::jiayilyu3@ln.hk::2e83a2cf-eacd-4f2d-9746-ccd05a0fc591" providerId="AD" clId="Web-{00000000-0000-0000-0000-000000000000}" dt="2026-10-18T05:11:40.726" v="897" actId="14100"/>
        <pc:sldMkLst>
          <pc:docMk/>
          <pc:sldMk cId="0" sldId="261"/>
        </pc:sldMkLst>
        <pc:spChg chg="mod">
          <ac:chgData name="LYU Jiayi" userId="S::jiayilyu3@ln.hk::2e83a2cf-eacd-4f2d-9746-ccd05a0fc591" providerId="AD" clId="Web-{00000000-0000-0000-0000-000000000000}" dt="2026-10-18T05:01:20.290" v="792"/>
          <ac:spMkLst>
            <pc:docMk/>
            <pc:sldMk cId="0" sldId="261"/>
            <ac:spMk id="3" creationId="{00000000-0000-0000-0000-000000000000}"/>
          </ac:spMkLst>
        </pc:spChg>
        <pc:spChg chg="mod">
          <ac:chgData name="LYU Jiayi" userId="S::jiayilyu3@ln.hk::2e83a2cf-eacd-4f2d-9746-ccd05a0fc591" providerId="AD" clId="Web-{00000000-0000-0000-0000-000000000000}" dt="2026-10-18T05:02:05.058" v="805" actId="14100"/>
          <ac:spMkLst>
            <pc:docMk/>
            <pc:sldMk cId="0" sldId="261"/>
            <ac:spMk id="4" creationId="{00000000-0000-0000-0000-000000000000}"/>
          </ac:spMkLst>
        </pc:spChg>
        <pc:spChg chg="mod">
          <ac:chgData name="LYU Jiayi" userId="S::jiayilyu3@ln.hk::2e83a2cf-eacd-4f2d-9746-ccd05a0fc591" providerId="AD" clId="Web-{00000000-0000-0000-0000-000000000000}" dt="2026-10-18T05:01:20.290" v="794"/>
          <ac:spMkLst>
            <pc:docMk/>
            <pc:sldMk cId="0" sldId="261"/>
            <ac:spMk id="5" creationId="{00000000-0000-0000-0000-000000000000}"/>
          </ac:spMkLst>
        </pc:spChg>
        <pc:spChg chg="mod">
          <ac:chgData name="LYU Jiayi" userId="S::jiayilyu3@ln.hk::2e83a2cf-eacd-4f2d-9746-ccd05a0fc591" providerId="AD" clId="Web-{00000000-0000-0000-0000-000000000000}" dt="2026-10-18T05:03:53.124" v="840" actId="14100"/>
          <ac:spMkLst>
            <pc:docMk/>
            <pc:sldMk cId="0" sldId="261"/>
            <ac:spMk id="7" creationId="{00000000-0000-0000-0000-000000000000}"/>
          </ac:spMkLst>
        </pc:spChg>
        <pc:spChg chg="mod">
          <ac:chgData name="LYU Jiayi" userId="S::jiayilyu3@ln.hk::2e83a2cf-eacd-4f2d-9746-ccd05a0fc591" providerId="AD" clId="Web-{00000000-0000-0000-0000-000000000000}" dt="2026-10-18T05:02:11.902" v="806" actId="14100"/>
          <ac:spMkLst>
            <pc:docMk/>
            <pc:sldMk cId="0" sldId="261"/>
            <ac:spMk id="8" creationId="{00000000-0000-0000-0000-000000000000}"/>
          </ac:spMkLst>
        </pc:spChg>
        <pc:spChg chg="mod">
          <ac:chgData name="LYU Jiayi" userId="S::jiayilyu3@ln.hk::2e83a2cf-eacd-4f2d-9746-ccd05a0fc591" providerId="AD" clId="Web-{00000000-0000-0000-0000-000000000000}" dt="2026-10-18T05:06:18.707" v="865" actId="20577"/>
          <ac:spMkLst>
            <pc:docMk/>
            <pc:sldMk cId="0" sldId="261"/>
            <ac:spMk id="10" creationId="{00000000-0000-0000-0000-000000000000}"/>
          </ac:spMkLst>
        </pc:spChg>
        <pc:spChg chg="mod">
          <ac:chgData name="LYU Jiayi" userId="S::jiayilyu3@ln.hk::2e83a2cf-eacd-4f2d-9746-ccd05a0fc591" providerId="AD" clId="Web-{00000000-0000-0000-0000-000000000000}" dt="2026-10-18T05:01:20.290" v="797"/>
          <ac:spMkLst>
            <pc:docMk/>
            <pc:sldMk cId="0" sldId="261"/>
            <ac:spMk id="11" creationId="{00000000-0000-0000-0000-000000000000}"/>
          </ac:spMkLst>
        </pc:spChg>
        <pc:spChg chg="mod">
          <ac:chgData name="LYU Jiayi" userId="S::jiayilyu3@ln.hk::2e83a2cf-eacd-4f2d-9746-ccd05a0fc591" providerId="AD" clId="Web-{00000000-0000-0000-0000-000000000000}" dt="2026-10-18T05:01:20.290" v="798"/>
          <ac:spMkLst>
            <pc:docMk/>
            <pc:sldMk cId="0" sldId="261"/>
            <ac:spMk id="12" creationId="{00000000-0000-0000-0000-000000000000}"/>
          </ac:spMkLst>
        </pc:spChg>
        <pc:spChg chg="mod">
          <ac:chgData name="LYU Jiayi" userId="S::jiayilyu3@ln.hk::2e83a2cf-eacd-4f2d-9746-ccd05a0fc591" providerId="AD" clId="Web-{00000000-0000-0000-0000-000000000000}" dt="2026-10-18T05:01:20.290" v="799"/>
          <ac:spMkLst>
            <pc:docMk/>
            <pc:sldMk cId="0" sldId="261"/>
            <ac:spMk id="13" creationId="{00000000-0000-0000-0000-000000000000}"/>
          </ac:spMkLst>
        </pc:spChg>
        <pc:spChg chg="mod">
          <ac:chgData name="LYU Jiayi" userId="S::jiayilyu3@ln.hk::2e83a2cf-eacd-4f2d-9746-ccd05a0fc591" providerId="AD" clId="Web-{00000000-0000-0000-0000-000000000000}" dt="2026-10-18T05:01:20.290" v="800"/>
          <ac:spMkLst>
            <pc:docMk/>
            <pc:sldMk cId="0" sldId="261"/>
            <ac:spMk id="14" creationId="{00000000-0000-0000-0000-000000000000}"/>
          </ac:spMkLst>
        </pc:spChg>
        <pc:spChg chg="mod">
          <ac:chgData name="LYU Jiayi" userId="S::jiayilyu3@ln.hk::2e83a2cf-eacd-4f2d-9746-ccd05a0fc591" providerId="AD" clId="Web-{00000000-0000-0000-0000-000000000000}" dt="2026-10-18T05:03:41.686" v="839" actId="14100"/>
          <ac:spMkLst>
            <pc:docMk/>
            <pc:sldMk cId="0" sldId="261"/>
            <ac:spMk id="15" creationId="{00000000-0000-0000-0000-000000000000}"/>
          </ac:spMkLst>
        </pc:spChg>
        <pc:spChg chg="mod">
          <ac:chgData name="LYU Jiayi" userId="S::jiayilyu3@ln.hk::2e83a2cf-eacd-4f2d-9746-ccd05a0fc591" providerId="AD" clId="Web-{00000000-0000-0000-0000-000000000000}" dt="2026-10-18T05:02:25.855" v="809" actId="1076"/>
          <ac:spMkLst>
            <pc:docMk/>
            <pc:sldMk cId="0" sldId="261"/>
            <ac:spMk id="16" creationId="{00000000-0000-0000-0000-000000000000}"/>
          </ac:spMkLst>
        </pc:spChg>
        <pc:spChg chg="mod">
          <ac:chgData name="LYU Jiayi" userId="S::jiayilyu3@ln.hk::2e83a2cf-eacd-4f2d-9746-ccd05a0fc591" providerId="AD" clId="Web-{00000000-0000-0000-0000-000000000000}" dt="2026-10-18T05:02:29.215" v="810" actId="1076"/>
          <ac:spMkLst>
            <pc:docMk/>
            <pc:sldMk cId="0" sldId="261"/>
            <ac:spMk id="17" creationId="{00000000-0000-0000-0000-000000000000}"/>
          </ac:spMkLst>
        </pc:spChg>
        <pc:spChg chg="mod">
          <ac:chgData name="LYU Jiayi" userId="S::jiayilyu3@ln.hk::2e83a2cf-eacd-4f2d-9746-ccd05a0fc591" providerId="AD" clId="Web-{00000000-0000-0000-0000-000000000000}" dt="2026-10-18T05:02:46.106" v="818" actId="1076"/>
          <ac:spMkLst>
            <pc:docMk/>
            <pc:sldMk cId="0" sldId="261"/>
            <ac:spMk id="18" creationId="{00000000-0000-0000-0000-000000000000}"/>
          </ac:spMkLst>
        </pc:spChg>
        <pc:picChg chg="add del mod">
          <ac:chgData name="LYU Jiayi" userId="S::jiayilyu3@ln.hk::2e83a2cf-eacd-4f2d-9746-ccd05a0fc591" providerId="AD" clId="Web-{00000000-0000-0000-0000-000000000000}" dt="2026-10-18T05:11:10.991" v="888"/>
          <ac:picMkLst>
            <pc:docMk/>
            <pc:sldMk cId="0" sldId="261"/>
            <ac:picMk id="2" creationId="{1CCBA86F-8B54-CA3D-B3C7-74457E3173B7}"/>
          </ac:picMkLst>
        </pc:picChg>
        <pc:picChg chg="add mod">
          <ac:chgData name="LYU Jiayi" userId="S::jiayilyu3@ln.hk::2e83a2cf-eacd-4f2d-9746-ccd05a0fc591" providerId="AD" clId="Web-{00000000-0000-0000-0000-000000000000}" dt="2026-10-18T05:11:40.726" v="897" actId="14100"/>
          <ac:picMkLst>
            <pc:docMk/>
            <pc:sldMk cId="0" sldId="261"/>
            <ac:picMk id="9" creationId="{2033DD61-5842-9C03-F4C2-E9221D7D698A}"/>
          </ac:picMkLst>
        </pc:picChg>
        <pc:picChg chg="del">
          <ac:chgData name="LYU Jiayi" userId="S::jiayilyu3@ln.hk::2e83a2cf-eacd-4f2d-9746-ccd05a0fc591" providerId="AD" clId="Web-{00000000-0000-0000-0000-000000000000}" dt="2026-10-18T05:10:37.208" v="881"/>
          <ac:picMkLst>
            <pc:docMk/>
            <pc:sldMk cId="0" sldId="261"/>
            <ac:picMk id="22" creationId="{00000000-0000-0000-0000-000000000000}"/>
          </ac:picMkLst>
        </pc:picChg>
      </pc:sldChg>
      <pc:sldChg chg="modSp add del">
        <pc:chgData name="LYU Jiayi" userId="S::jiayilyu3@ln.hk::2e83a2cf-eacd-4f2d-9746-ccd05a0fc591" providerId="AD" clId="Web-{00000000-0000-0000-0000-000000000000}" dt="2026-10-18T05:06:22.004" v="866" actId="20577"/>
        <pc:sldMkLst>
          <pc:docMk/>
          <pc:sldMk cId="0" sldId="262"/>
        </pc:sldMkLst>
        <pc:spChg chg="mod">
          <ac:chgData name="LYU Jiayi" userId="S::jiayilyu3@ln.hk::2e83a2cf-eacd-4f2d-9746-ccd05a0fc591" providerId="AD" clId="Web-{00000000-0000-0000-0000-000000000000}" dt="2026-10-18T05:03:23.889" v="819"/>
          <ac:spMkLst>
            <pc:docMk/>
            <pc:sldMk cId="0" sldId="262"/>
            <ac:spMk id="3" creationId="{00000000-0000-0000-0000-000000000000}"/>
          </ac:spMkLst>
        </pc:spChg>
        <pc:spChg chg="mod">
          <ac:chgData name="LYU Jiayi" userId="S::jiayilyu3@ln.hk::2e83a2cf-eacd-4f2d-9746-ccd05a0fc591" providerId="AD" clId="Web-{00000000-0000-0000-0000-000000000000}" dt="2026-10-18T05:03:23.889" v="820"/>
          <ac:spMkLst>
            <pc:docMk/>
            <pc:sldMk cId="0" sldId="262"/>
            <ac:spMk id="4" creationId="{00000000-0000-0000-0000-000000000000}"/>
          </ac:spMkLst>
        </pc:spChg>
        <pc:spChg chg="mod">
          <ac:chgData name="LYU Jiayi" userId="S::jiayilyu3@ln.hk::2e83a2cf-eacd-4f2d-9746-ccd05a0fc591" providerId="AD" clId="Web-{00000000-0000-0000-0000-000000000000}" dt="2026-10-18T05:03:23.889" v="821"/>
          <ac:spMkLst>
            <pc:docMk/>
            <pc:sldMk cId="0" sldId="262"/>
            <ac:spMk id="5" creationId="{00000000-0000-0000-0000-000000000000}"/>
          </ac:spMkLst>
        </pc:spChg>
        <pc:spChg chg="mod">
          <ac:chgData name="LYU Jiayi" userId="S::jiayilyu3@ln.hk::2e83a2cf-eacd-4f2d-9746-ccd05a0fc591" providerId="AD" clId="Web-{00000000-0000-0000-0000-000000000000}" dt="2026-10-18T05:03:23.889" v="822"/>
          <ac:spMkLst>
            <pc:docMk/>
            <pc:sldMk cId="0" sldId="262"/>
            <ac:spMk id="6" creationId="{00000000-0000-0000-0000-000000000000}"/>
          </ac:spMkLst>
        </pc:spChg>
        <pc:spChg chg="mod">
          <ac:chgData name="LYU Jiayi" userId="S::jiayilyu3@ln.hk::2e83a2cf-eacd-4f2d-9746-ccd05a0fc591" providerId="AD" clId="Web-{00000000-0000-0000-0000-000000000000}" dt="2026-10-18T05:03:23.889" v="823"/>
          <ac:spMkLst>
            <pc:docMk/>
            <pc:sldMk cId="0" sldId="262"/>
            <ac:spMk id="7" creationId="{00000000-0000-0000-0000-000000000000}"/>
          </ac:spMkLst>
        </pc:spChg>
        <pc:spChg chg="mod">
          <ac:chgData name="LYU Jiayi" userId="S::jiayilyu3@ln.hk::2e83a2cf-eacd-4f2d-9746-ccd05a0fc591" providerId="AD" clId="Web-{00000000-0000-0000-0000-000000000000}" dt="2026-10-18T05:03:23.889" v="824"/>
          <ac:spMkLst>
            <pc:docMk/>
            <pc:sldMk cId="0" sldId="262"/>
            <ac:spMk id="8" creationId="{00000000-0000-0000-0000-000000000000}"/>
          </ac:spMkLst>
        </pc:spChg>
        <pc:spChg chg="mod">
          <ac:chgData name="LYU Jiayi" userId="S::jiayilyu3@ln.hk::2e83a2cf-eacd-4f2d-9746-ccd05a0fc591" providerId="AD" clId="Web-{00000000-0000-0000-0000-000000000000}" dt="2026-10-18T05:03:23.889" v="825"/>
          <ac:spMkLst>
            <pc:docMk/>
            <pc:sldMk cId="0" sldId="262"/>
            <ac:spMk id="9" creationId="{00000000-0000-0000-0000-000000000000}"/>
          </ac:spMkLst>
        </pc:spChg>
        <pc:spChg chg="mod">
          <ac:chgData name="LYU Jiayi" userId="S::jiayilyu3@ln.hk::2e83a2cf-eacd-4f2d-9746-ccd05a0fc591" providerId="AD" clId="Web-{00000000-0000-0000-0000-000000000000}" dt="2026-10-18T05:03:23.904" v="826"/>
          <ac:spMkLst>
            <pc:docMk/>
            <pc:sldMk cId="0" sldId="262"/>
            <ac:spMk id="10" creationId="{00000000-0000-0000-0000-000000000000}"/>
          </ac:spMkLst>
        </pc:spChg>
        <pc:spChg chg="mod">
          <ac:chgData name="LYU Jiayi" userId="S::jiayilyu3@ln.hk::2e83a2cf-eacd-4f2d-9746-ccd05a0fc591" providerId="AD" clId="Web-{00000000-0000-0000-0000-000000000000}" dt="2026-10-18T05:06:22.004" v="866" actId="20577"/>
          <ac:spMkLst>
            <pc:docMk/>
            <pc:sldMk cId="0" sldId="262"/>
            <ac:spMk id="12" creationId="{00000000-0000-0000-0000-000000000000}"/>
          </ac:spMkLst>
        </pc:spChg>
        <pc:spChg chg="mod">
          <ac:chgData name="LYU Jiayi" userId="S::jiayilyu3@ln.hk::2e83a2cf-eacd-4f2d-9746-ccd05a0fc591" providerId="AD" clId="Web-{00000000-0000-0000-0000-000000000000}" dt="2026-10-18T05:03:23.904" v="828"/>
          <ac:spMkLst>
            <pc:docMk/>
            <pc:sldMk cId="0" sldId="262"/>
            <ac:spMk id="13" creationId="{00000000-0000-0000-0000-000000000000}"/>
          </ac:spMkLst>
        </pc:spChg>
        <pc:spChg chg="mod">
          <ac:chgData name="LYU Jiayi" userId="S::jiayilyu3@ln.hk::2e83a2cf-eacd-4f2d-9746-ccd05a0fc591" providerId="AD" clId="Web-{00000000-0000-0000-0000-000000000000}" dt="2026-10-18T05:03:23.904" v="829"/>
          <ac:spMkLst>
            <pc:docMk/>
            <pc:sldMk cId="0" sldId="262"/>
            <ac:spMk id="14" creationId="{00000000-0000-0000-0000-000000000000}"/>
          </ac:spMkLst>
        </pc:spChg>
        <pc:spChg chg="mod">
          <ac:chgData name="LYU Jiayi" userId="S::jiayilyu3@ln.hk::2e83a2cf-eacd-4f2d-9746-ccd05a0fc591" providerId="AD" clId="Web-{00000000-0000-0000-0000-000000000000}" dt="2026-10-18T05:03:23.904" v="830"/>
          <ac:spMkLst>
            <pc:docMk/>
            <pc:sldMk cId="0" sldId="262"/>
            <ac:spMk id="15" creationId="{00000000-0000-0000-0000-000000000000}"/>
          </ac:spMkLst>
        </pc:spChg>
        <pc:spChg chg="mod">
          <ac:chgData name="LYU Jiayi" userId="S::jiayilyu3@ln.hk::2e83a2cf-eacd-4f2d-9746-ccd05a0fc591" providerId="AD" clId="Web-{00000000-0000-0000-0000-000000000000}" dt="2026-10-18T05:03:23.904" v="831"/>
          <ac:spMkLst>
            <pc:docMk/>
            <pc:sldMk cId="0" sldId="262"/>
            <ac:spMk id="16" creationId="{00000000-0000-0000-0000-000000000000}"/>
          </ac:spMkLst>
        </pc:spChg>
        <pc:spChg chg="mod">
          <ac:chgData name="LYU Jiayi" userId="S::jiayilyu3@ln.hk::2e83a2cf-eacd-4f2d-9746-ccd05a0fc591" providerId="AD" clId="Web-{00000000-0000-0000-0000-000000000000}" dt="2026-10-18T05:03:23.904" v="832"/>
          <ac:spMkLst>
            <pc:docMk/>
            <pc:sldMk cId="0" sldId="262"/>
            <ac:spMk id="17" creationId="{00000000-0000-0000-0000-000000000000}"/>
          </ac:spMkLst>
        </pc:spChg>
        <pc:spChg chg="mod">
          <ac:chgData name="LYU Jiayi" userId="S::jiayilyu3@ln.hk::2e83a2cf-eacd-4f2d-9746-ccd05a0fc591" providerId="AD" clId="Web-{00000000-0000-0000-0000-000000000000}" dt="2026-10-18T05:03:23.904" v="833"/>
          <ac:spMkLst>
            <pc:docMk/>
            <pc:sldMk cId="0" sldId="262"/>
            <ac:spMk id="18" creationId="{00000000-0000-0000-0000-000000000000}"/>
          </ac:spMkLst>
        </pc:spChg>
        <pc:spChg chg="mod">
          <ac:chgData name="LYU Jiayi" userId="S::jiayilyu3@ln.hk::2e83a2cf-eacd-4f2d-9746-ccd05a0fc591" providerId="AD" clId="Web-{00000000-0000-0000-0000-000000000000}" dt="2026-10-18T05:03:23.904" v="834"/>
          <ac:spMkLst>
            <pc:docMk/>
            <pc:sldMk cId="0" sldId="262"/>
            <ac:spMk id="19" creationId="{00000000-0000-0000-0000-000000000000}"/>
          </ac:spMkLst>
        </pc:spChg>
        <pc:spChg chg="mod">
          <ac:chgData name="LYU Jiayi" userId="S::jiayilyu3@ln.hk::2e83a2cf-eacd-4f2d-9746-ccd05a0fc591" providerId="AD" clId="Web-{00000000-0000-0000-0000-000000000000}" dt="2026-10-18T05:03:23.904" v="835"/>
          <ac:spMkLst>
            <pc:docMk/>
            <pc:sldMk cId="0" sldId="262"/>
            <ac:spMk id="20" creationId="{00000000-0000-0000-0000-000000000000}"/>
          </ac:spMkLst>
        </pc:spChg>
        <pc:spChg chg="mod">
          <ac:chgData name="LYU Jiayi" userId="S::jiayilyu3@ln.hk::2e83a2cf-eacd-4f2d-9746-ccd05a0fc591" providerId="AD" clId="Web-{00000000-0000-0000-0000-000000000000}" dt="2026-10-18T05:03:23.904" v="836"/>
          <ac:spMkLst>
            <pc:docMk/>
            <pc:sldMk cId="0" sldId="262"/>
            <ac:spMk id="21" creationId="{00000000-0000-0000-0000-000000000000}"/>
          </ac:spMkLst>
        </pc:spChg>
        <pc:spChg chg="mod">
          <ac:chgData name="LYU Jiayi" userId="S::jiayilyu3@ln.hk::2e83a2cf-eacd-4f2d-9746-ccd05a0fc591" providerId="AD" clId="Web-{00000000-0000-0000-0000-000000000000}" dt="2026-10-18T05:03:24.092" v="837"/>
          <ac:spMkLst>
            <pc:docMk/>
            <pc:sldMk cId="0" sldId="262"/>
            <ac:spMk id="22" creationId="{00000000-0000-0000-0000-000000000000}"/>
          </ac:spMkLst>
        </pc:spChg>
      </pc:sldChg>
      <pc:sldChg chg="modSp add del">
        <pc:chgData name="LYU Jiayi" userId="S::jiayilyu3@ln.hk::2e83a2cf-eacd-4f2d-9746-ccd05a0fc591" providerId="AD" clId="Web-{00000000-0000-0000-0000-000000000000}" dt="2026-10-18T05:06:51.599" v="880" actId="20577"/>
        <pc:sldMkLst>
          <pc:docMk/>
          <pc:sldMk cId="0" sldId="263"/>
        </pc:sldMkLst>
        <pc:spChg chg="mod">
          <ac:chgData name="LYU Jiayi" userId="S::jiayilyu3@ln.hk::2e83a2cf-eacd-4f2d-9746-ccd05a0fc591" providerId="AD" clId="Web-{00000000-0000-0000-0000-000000000000}" dt="2026-10-18T05:06:34.411" v="871" actId="20577"/>
          <ac:spMkLst>
            <pc:docMk/>
            <pc:sldMk cId="0" sldId="263"/>
            <ac:spMk id="2" creationId="{00000000-0000-0000-0000-000000000000}"/>
          </ac:spMkLst>
        </pc:spChg>
        <pc:spChg chg="mod">
          <ac:chgData name="LYU Jiayi" userId="S::jiayilyu3@ln.hk::2e83a2cf-eacd-4f2d-9746-ccd05a0fc591" providerId="AD" clId="Web-{00000000-0000-0000-0000-000000000000}" dt="2026-10-18T05:05:44.222" v="860"/>
          <ac:spMkLst>
            <pc:docMk/>
            <pc:sldMk cId="0" sldId="263"/>
            <ac:spMk id="4" creationId="{00000000-0000-0000-0000-000000000000}"/>
          </ac:spMkLst>
        </pc:spChg>
        <pc:spChg chg="mod">
          <ac:chgData name="LYU Jiayi" userId="S::jiayilyu3@ln.hk::2e83a2cf-eacd-4f2d-9746-ccd05a0fc591" providerId="AD" clId="Web-{00000000-0000-0000-0000-000000000000}" dt="2026-10-18T05:06:39.208" v="872" actId="20577"/>
          <ac:spMkLst>
            <pc:docMk/>
            <pc:sldMk cId="0" sldId="263"/>
            <ac:spMk id="5" creationId="{00000000-0000-0000-0000-000000000000}"/>
          </ac:spMkLst>
        </pc:spChg>
        <pc:spChg chg="mod">
          <ac:chgData name="LYU Jiayi" userId="S::jiayilyu3@ln.hk::2e83a2cf-eacd-4f2d-9746-ccd05a0fc591" providerId="AD" clId="Web-{00000000-0000-0000-0000-000000000000}" dt="2026-10-18T05:06:51.599" v="880" actId="20577"/>
          <ac:spMkLst>
            <pc:docMk/>
            <pc:sldMk cId="0" sldId="263"/>
            <ac:spMk id="35" creationId="{00000000-0000-0000-0000-000000000000}"/>
          </ac:spMkLst>
        </pc:spChg>
        <pc:spChg chg="mod">
          <ac:chgData name="LYU Jiayi" userId="S::jiayilyu3@ln.hk::2e83a2cf-eacd-4f2d-9746-ccd05a0fc591" providerId="AD" clId="Web-{00000000-0000-0000-0000-000000000000}" dt="2026-10-18T05:06:45.599" v="876" actId="20577"/>
          <ac:spMkLst>
            <pc:docMk/>
            <pc:sldMk cId="0" sldId="263"/>
            <ac:spMk id="36" creationId="{00000000-0000-0000-0000-000000000000}"/>
          </ac:spMkLst>
        </pc:spChg>
      </pc:sldChg>
      <pc:sldChg chg="add del">
        <pc:chgData name="LYU Jiayi" userId="S::jiayilyu3@ln.hk::2e83a2cf-eacd-4f2d-9746-ccd05a0fc591" providerId="AD" clId="Web-{00000000-0000-0000-0000-000000000000}" dt="2026-10-18T04:57:23.059" v="684"/>
        <pc:sldMkLst>
          <pc:docMk/>
          <pc:sldMk cId="0" sldId="264"/>
        </pc:sldMkLst>
      </pc:sldChg>
      <pc:sldChg chg="del">
        <pc:chgData name="LYU Jiayi" userId="S::jiayilyu3@ln.hk::2e83a2cf-eacd-4f2d-9746-ccd05a0fc591" providerId="AD" clId="Web-{00000000-0000-0000-0000-000000000000}" dt="2026-10-18T04:57:24.153" v="685"/>
        <pc:sldMkLst>
          <pc:docMk/>
          <pc:sldMk cId="0" sldId="265"/>
        </pc:sldMkLst>
      </pc:sldChg>
      <pc:sldChg chg="del">
        <pc:chgData name="LYU Jiayi" userId="S::jiayilyu3@ln.hk::2e83a2cf-eacd-4f2d-9746-ccd05a0fc591" providerId="AD" clId="Web-{00000000-0000-0000-0000-000000000000}" dt="2026-10-18T04:57:26.418" v="686"/>
        <pc:sldMkLst>
          <pc:docMk/>
          <pc:sldMk cId="0" sldId="266"/>
        </pc:sldMkLst>
      </pc:sldChg>
      <pc:sldChg chg="del">
        <pc:chgData name="LYU Jiayi" userId="S::jiayilyu3@ln.hk::2e83a2cf-eacd-4f2d-9746-ccd05a0fc591" providerId="AD" clId="Web-{00000000-0000-0000-0000-000000000000}" dt="2026-10-18T04:52:09.875" v="566"/>
        <pc:sldMkLst>
          <pc:docMk/>
          <pc:sldMk cId="0" sldId="267"/>
        </pc:sldMkLst>
      </pc:sldChg>
      <pc:sldChg chg="del">
        <pc:chgData name="LYU Jiayi" userId="S::jiayilyu3@ln.hk::2e83a2cf-eacd-4f2d-9746-ccd05a0fc591" providerId="AD" clId="Web-{00000000-0000-0000-0000-000000000000}" dt="2026-10-18T04:52:11.344" v="567"/>
        <pc:sldMkLst>
          <pc:docMk/>
          <pc:sldMk cId="0" sldId="268"/>
        </pc:sldMkLst>
      </pc:sldChg>
      <pc:sldChg chg="addSp modSp add">
        <pc:chgData name="LYU Jiayi" userId="S::jiayilyu3@ln.hk::2e83a2cf-eacd-4f2d-9746-ccd05a0fc591" providerId="AD" clId="Web-{00000000-0000-0000-0000-000000000000}" dt="2026-10-18T04:58:14.096" v="694" actId="1076"/>
        <pc:sldMkLst>
          <pc:docMk/>
          <pc:sldMk cId="2744570057" sldId="269"/>
        </pc:sldMkLst>
        <pc:spChg chg="mod">
          <ac:chgData name="LYU Jiayi" userId="S::jiayilyu3@ln.hk::2e83a2cf-eacd-4f2d-9746-ccd05a0fc591" providerId="AD" clId="Web-{00000000-0000-0000-0000-000000000000}" dt="2026-10-18T04:31:58.214" v="28" actId="1076"/>
          <ac:spMkLst>
            <pc:docMk/>
            <pc:sldMk cId="2744570057" sldId="269"/>
            <ac:spMk id="3" creationId="{00000000-0000-0000-0000-000000000000}"/>
          </ac:spMkLst>
        </pc:spChg>
        <pc:spChg chg="add mod">
          <ac:chgData name="LYU Jiayi" userId="S::jiayilyu3@ln.hk::2e83a2cf-eacd-4f2d-9746-ccd05a0fc591" providerId="AD" clId="Web-{00000000-0000-0000-0000-000000000000}" dt="2026-10-18T04:38:17.291" v="115" actId="1076"/>
          <ac:spMkLst>
            <pc:docMk/>
            <pc:sldMk cId="2744570057" sldId="269"/>
            <ac:spMk id="5" creationId="{70973AC4-5070-457B-177D-DB2918147204}"/>
          </ac:spMkLst>
        </pc:spChg>
        <pc:spChg chg="mod">
          <ac:chgData name="LYU Jiayi" userId="S::jiayilyu3@ln.hk::2e83a2cf-eacd-4f2d-9746-ccd05a0fc591" providerId="AD" clId="Web-{00000000-0000-0000-0000-000000000000}" dt="2026-10-18T04:38:49.870" v="125" actId="14100"/>
          <ac:spMkLst>
            <pc:docMk/>
            <pc:sldMk cId="2744570057" sldId="269"/>
            <ac:spMk id="7" creationId="{00000000-0000-0000-0000-000000000000}"/>
          </ac:spMkLst>
        </pc:spChg>
        <pc:spChg chg="mod">
          <ac:chgData name="LYU Jiayi" userId="S::jiayilyu3@ln.hk::2e83a2cf-eacd-4f2d-9746-ccd05a0fc591" providerId="AD" clId="Web-{00000000-0000-0000-0000-000000000000}" dt="2026-10-18T04:37:02.366" v="98"/>
          <ac:spMkLst>
            <pc:docMk/>
            <pc:sldMk cId="2744570057" sldId="269"/>
            <ac:spMk id="8" creationId="{00000000-0000-0000-0000-000000000000}"/>
          </ac:spMkLst>
        </pc:spChg>
        <pc:spChg chg="add mod">
          <ac:chgData name="LYU Jiayi" userId="S::jiayilyu3@ln.hk::2e83a2cf-eacd-4f2d-9746-ccd05a0fc591" providerId="AD" clId="Web-{00000000-0000-0000-0000-000000000000}" dt="2026-10-18T04:38:14.603" v="114"/>
          <ac:spMkLst>
            <pc:docMk/>
            <pc:sldMk cId="2744570057" sldId="269"/>
            <ac:spMk id="9" creationId="{5809FEA3-FEE8-C649-352A-3773533F3C8D}"/>
          </ac:spMkLst>
        </pc:spChg>
        <pc:spChg chg="mod">
          <ac:chgData name="LYU Jiayi" userId="S::jiayilyu3@ln.hk::2e83a2cf-eacd-4f2d-9746-ccd05a0fc591" providerId="AD" clId="Web-{00000000-0000-0000-0000-000000000000}" dt="2026-10-18T04:58:11.034" v="693" actId="1076"/>
          <ac:spMkLst>
            <pc:docMk/>
            <pc:sldMk cId="2744570057" sldId="269"/>
            <ac:spMk id="11" creationId="{00000000-0000-0000-0000-000000000000}"/>
          </ac:spMkLst>
        </pc:spChg>
        <pc:spChg chg="mod">
          <ac:chgData name="LYU Jiayi" userId="S::jiayilyu3@ln.hk::2e83a2cf-eacd-4f2d-9746-ccd05a0fc591" providerId="AD" clId="Web-{00000000-0000-0000-0000-000000000000}" dt="2026-10-18T04:38:45.714" v="124" actId="1076"/>
          <ac:spMkLst>
            <pc:docMk/>
            <pc:sldMk cId="2744570057" sldId="269"/>
            <ac:spMk id="13" creationId="{00000000-0000-0000-0000-000000000000}"/>
          </ac:spMkLst>
        </pc:spChg>
        <pc:spChg chg="add mod">
          <ac:chgData name="LYU Jiayi" userId="S::jiayilyu3@ln.hk::2e83a2cf-eacd-4f2d-9746-ccd05a0fc591" providerId="AD" clId="Web-{00000000-0000-0000-0000-000000000000}" dt="2026-10-18T04:38:30.588" v="121" actId="1076"/>
          <ac:spMkLst>
            <pc:docMk/>
            <pc:sldMk cId="2744570057" sldId="269"/>
            <ac:spMk id="14" creationId="{1752ED04-5392-7E7B-5988-DB8AD96A0040}"/>
          </ac:spMkLst>
        </pc:spChg>
        <pc:spChg chg="add mod">
          <ac:chgData name="LYU Jiayi" userId="S::jiayilyu3@ln.hk::2e83a2cf-eacd-4f2d-9746-ccd05a0fc591" providerId="AD" clId="Web-{00000000-0000-0000-0000-000000000000}" dt="2026-10-18T04:58:14.096" v="694" actId="1076"/>
          <ac:spMkLst>
            <pc:docMk/>
            <pc:sldMk cId="2744570057" sldId="269"/>
            <ac:spMk id="16" creationId="{BB3D8002-353E-A531-F766-8A3EF3AD671B}"/>
          </ac:spMkLst>
        </pc:spChg>
        <pc:picChg chg="mod">
          <ac:chgData name="LYU Jiayi" userId="S::jiayilyu3@ln.hk::2e83a2cf-eacd-4f2d-9746-ccd05a0fc591" providerId="AD" clId="Web-{00000000-0000-0000-0000-000000000000}" dt="2026-10-18T04:33:46.796" v="58" actId="14100"/>
          <ac:picMkLst>
            <pc:docMk/>
            <pc:sldMk cId="2744570057" sldId="269"/>
            <ac:picMk id="2" creationId="{00000000-0000-0000-0000-000000000000}"/>
          </ac:picMkLst>
        </pc:picChg>
      </pc:sldChg>
      <pc:sldChg chg="addSp modSp add">
        <pc:chgData name="LYU Jiayi" userId="S::jiayilyu3@ln.hk::2e83a2cf-eacd-4f2d-9746-ccd05a0fc591" providerId="AD" clId="Web-{00000000-0000-0000-0000-000000000000}" dt="2026-10-18T04:53:37.128" v="595" actId="20577"/>
        <pc:sldMkLst>
          <pc:docMk/>
          <pc:sldMk cId="3431496363" sldId="270"/>
        </pc:sldMkLst>
        <pc:spChg chg="mod">
          <ac:chgData name="LYU Jiayi" userId="S::jiayilyu3@ln.hk::2e83a2cf-eacd-4f2d-9746-ccd05a0fc591" providerId="AD" clId="Web-{00000000-0000-0000-0000-000000000000}" dt="2026-10-18T04:44:34.493" v="361" actId="1076"/>
          <ac:spMkLst>
            <pc:docMk/>
            <pc:sldMk cId="3431496363" sldId="270"/>
            <ac:spMk id="12" creationId="{00000000-0000-0000-0000-000000000000}"/>
          </ac:spMkLst>
        </pc:spChg>
        <pc:spChg chg="mod">
          <ac:chgData name="LYU Jiayi" userId="S::jiayilyu3@ln.hk::2e83a2cf-eacd-4f2d-9746-ccd05a0fc591" providerId="AD" clId="Web-{00000000-0000-0000-0000-000000000000}" dt="2026-10-18T04:44:36.696" v="362" actId="1076"/>
          <ac:spMkLst>
            <pc:docMk/>
            <pc:sldMk cId="3431496363" sldId="270"/>
            <ac:spMk id="13" creationId="{00000000-0000-0000-0000-000000000000}"/>
          </ac:spMkLst>
        </pc:spChg>
        <pc:spChg chg="add mod">
          <ac:chgData name="LYU Jiayi" userId="S::jiayilyu3@ln.hk::2e83a2cf-eacd-4f2d-9746-ccd05a0fc591" providerId="AD" clId="Web-{00000000-0000-0000-0000-000000000000}" dt="2026-10-18T04:53:37.128" v="595" actId="20577"/>
          <ac:spMkLst>
            <pc:docMk/>
            <pc:sldMk cId="3431496363" sldId="270"/>
            <ac:spMk id="21" creationId="{CEEEA4AD-EB7D-D109-7ADA-41EC74DA16B7}"/>
          </ac:spMkLst>
        </pc:spChg>
        <pc:spChg chg="add mod">
          <ac:chgData name="LYU Jiayi" userId="S::jiayilyu3@ln.hk::2e83a2cf-eacd-4f2d-9746-ccd05a0fc591" providerId="AD" clId="Web-{00000000-0000-0000-0000-000000000000}" dt="2026-10-18T04:53:07.955" v="582" actId="1076"/>
          <ac:spMkLst>
            <pc:docMk/>
            <pc:sldMk cId="3431496363" sldId="270"/>
            <ac:spMk id="23" creationId="{0A1540F4-93D5-B1F3-017B-048C9AC56A7B}"/>
          </ac:spMkLst>
        </pc:spChg>
      </pc:sldChg>
      <pc:sldChg chg="addSp delSp modSp add">
        <pc:chgData name="LYU Jiayi" userId="S::jiayilyu3@ln.hk::2e83a2cf-eacd-4f2d-9746-ccd05a0fc591" providerId="AD" clId="Web-{00000000-0000-0000-0000-000000000000}" dt="2026-10-18T04:54:18.677" v="606" actId="20577"/>
        <pc:sldMkLst>
          <pc:docMk/>
          <pc:sldMk cId="963270841" sldId="271"/>
        </pc:sldMkLst>
        <pc:spChg chg="mod">
          <ac:chgData name="LYU Jiayi" userId="S::jiayilyu3@ln.hk::2e83a2cf-eacd-4f2d-9746-ccd05a0fc591" providerId="AD" clId="Web-{00000000-0000-0000-0000-000000000000}" dt="2026-10-18T04:46:17.360" v="400"/>
          <ac:spMkLst>
            <pc:docMk/>
            <pc:sldMk cId="963270841" sldId="271"/>
            <ac:spMk id="2" creationId="{00000000-0000-0000-0000-000000000000}"/>
          </ac:spMkLst>
        </pc:spChg>
        <pc:spChg chg="mod">
          <ac:chgData name="LYU Jiayi" userId="S::jiayilyu3@ln.hk::2e83a2cf-eacd-4f2d-9746-ccd05a0fc591" providerId="AD" clId="Web-{00000000-0000-0000-0000-000000000000}" dt="2026-10-18T04:46:17.360" v="401"/>
          <ac:spMkLst>
            <pc:docMk/>
            <pc:sldMk cId="963270841" sldId="271"/>
            <ac:spMk id="3" creationId="{00000000-0000-0000-0000-000000000000}"/>
          </ac:spMkLst>
        </pc:spChg>
        <pc:spChg chg="mod">
          <ac:chgData name="LYU Jiayi" userId="S::jiayilyu3@ln.hk::2e83a2cf-eacd-4f2d-9746-ccd05a0fc591" providerId="AD" clId="Web-{00000000-0000-0000-0000-000000000000}" dt="2026-10-18T04:46:17.360" v="402"/>
          <ac:spMkLst>
            <pc:docMk/>
            <pc:sldMk cId="963270841" sldId="271"/>
            <ac:spMk id="4" creationId="{00000000-0000-0000-0000-000000000000}"/>
          </ac:spMkLst>
        </pc:spChg>
        <pc:spChg chg="mod">
          <ac:chgData name="LYU Jiayi" userId="S::jiayilyu3@ln.hk::2e83a2cf-eacd-4f2d-9746-ccd05a0fc591" providerId="AD" clId="Web-{00000000-0000-0000-0000-000000000000}" dt="2026-10-18T04:46:17.360" v="403"/>
          <ac:spMkLst>
            <pc:docMk/>
            <pc:sldMk cId="963270841" sldId="271"/>
            <ac:spMk id="5" creationId="{00000000-0000-0000-0000-000000000000}"/>
          </ac:spMkLst>
        </pc:spChg>
        <pc:spChg chg="mod">
          <ac:chgData name="LYU Jiayi" userId="S::jiayilyu3@ln.hk::2e83a2cf-eacd-4f2d-9746-ccd05a0fc591" providerId="AD" clId="Web-{00000000-0000-0000-0000-000000000000}" dt="2026-10-18T04:46:17.360" v="404"/>
          <ac:spMkLst>
            <pc:docMk/>
            <pc:sldMk cId="963270841" sldId="271"/>
            <ac:spMk id="6" creationId="{00000000-0000-0000-0000-000000000000}"/>
          </ac:spMkLst>
        </pc:spChg>
        <pc:spChg chg="mod">
          <ac:chgData name="LYU Jiayi" userId="S::jiayilyu3@ln.hk::2e83a2cf-eacd-4f2d-9746-ccd05a0fc591" providerId="AD" clId="Web-{00000000-0000-0000-0000-000000000000}" dt="2026-10-18T04:46:17.360" v="405"/>
          <ac:spMkLst>
            <pc:docMk/>
            <pc:sldMk cId="963270841" sldId="271"/>
            <ac:spMk id="7" creationId="{00000000-0000-0000-0000-000000000000}"/>
          </ac:spMkLst>
        </pc:spChg>
        <pc:spChg chg="del mod">
          <ac:chgData name="LYU Jiayi" userId="S::jiayilyu3@ln.hk::2e83a2cf-eacd-4f2d-9746-ccd05a0fc591" providerId="AD" clId="Web-{00000000-0000-0000-0000-000000000000}" dt="2026-10-18T04:45:32.308" v="379"/>
          <ac:spMkLst>
            <pc:docMk/>
            <pc:sldMk cId="963270841" sldId="271"/>
            <ac:spMk id="12" creationId="{00000000-0000-0000-0000-000000000000}"/>
          </ac:spMkLst>
        </pc:spChg>
        <pc:spChg chg="mod">
          <ac:chgData name="LYU Jiayi" userId="S::jiayilyu3@ln.hk::2e83a2cf-eacd-4f2d-9746-ccd05a0fc591" providerId="AD" clId="Web-{00000000-0000-0000-0000-000000000000}" dt="2026-10-18T04:46:17.360" v="406"/>
          <ac:spMkLst>
            <pc:docMk/>
            <pc:sldMk cId="963270841" sldId="271"/>
            <ac:spMk id="13" creationId="{00000000-0000-0000-0000-000000000000}"/>
          </ac:spMkLst>
        </pc:spChg>
        <pc:spChg chg="mod">
          <ac:chgData name="LYU Jiayi" userId="S::jiayilyu3@ln.hk::2e83a2cf-eacd-4f2d-9746-ccd05a0fc591" providerId="AD" clId="Web-{00000000-0000-0000-0000-000000000000}" dt="2026-10-18T04:46:17.376" v="407"/>
          <ac:spMkLst>
            <pc:docMk/>
            <pc:sldMk cId="963270841" sldId="271"/>
            <ac:spMk id="14" creationId="{00000000-0000-0000-0000-000000000000}"/>
          </ac:spMkLst>
        </pc:spChg>
        <pc:spChg chg="mod">
          <ac:chgData name="LYU Jiayi" userId="S::jiayilyu3@ln.hk::2e83a2cf-eacd-4f2d-9746-ccd05a0fc591" providerId="AD" clId="Web-{00000000-0000-0000-0000-000000000000}" dt="2026-10-18T04:46:17.376" v="408"/>
          <ac:spMkLst>
            <pc:docMk/>
            <pc:sldMk cId="963270841" sldId="271"/>
            <ac:spMk id="15" creationId="{00000000-0000-0000-0000-000000000000}"/>
          </ac:spMkLst>
        </pc:spChg>
        <pc:spChg chg="mod">
          <ac:chgData name="LYU Jiayi" userId="S::jiayilyu3@ln.hk::2e83a2cf-eacd-4f2d-9746-ccd05a0fc591" providerId="AD" clId="Web-{00000000-0000-0000-0000-000000000000}" dt="2026-10-18T04:46:17.376" v="409"/>
          <ac:spMkLst>
            <pc:docMk/>
            <pc:sldMk cId="963270841" sldId="271"/>
            <ac:spMk id="16" creationId="{00000000-0000-0000-0000-000000000000}"/>
          </ac:spMkLst>
        </pc:spChg>
        <pc:spChg chg="mod">
          <ac:chgData name="LYU Jiayi" userId="S::jiayilyu3@ln.hk::2e83a2cf-eacd-4f2d-9746-ccd05a0fc591" providerId="AD" clId="Web-{00000000-0000-0000-0000-000000000000}" dt="2026-10-18T04:46:17.376" v="410"/>
          <ac:spMkLst>
            <pc:docMk/>
            <pc:sldMk cId="963270841" sldId="271"/>
            <ac:spMk id="17" creationId="{00000000-0000-0000-0000-000000000000}"/>
          </ac:spMkLst>
        </pc:spChg>
        <pc:spChg chg="mod">
          <ac:chgData name="LYU Jiayi" userId="S::jiayilyu3@ln.hk::2e83a2cf-eacd-4f2d-9746-ccd05a0fc591" providerId="AD" clId="Web-{00000000-0000-0000-0000-000000000000}" dt="2026-10-18T04:46:17.376" v="411"/>
          <ac:spMkLst>
            <pc:docMk/>
            <pc:sldMk cId="963270841" sldId="271"/>
            <ac:spMk id="18" creationId="{00000000-0000-0000-0000-000000000000}"/>
          </ac:spMkLst>
        </pc:spChg>
        <pc:spChg chg="mod">
          <ac:chgData name="LYU Jiayi" userId="S::jiayilyu3@ln.hk::2e83a2cf-eacd-4f2d-9746-ccd05a0fc591" providerId="AD" clId="Web-{00000000-0000-0000-0000-000000000000}" dt="2026-10-18T04:46:17.470" v="412"/>
          <ac:spMkLst>
            <pc:docMk/>
            <pc:sldMk cId="963270841" sldId="271"/>
            <ac:spMk id="19" creationId="{00000000-0000-0000-0000-000000000000}"/>
          </ac:spMkLst>
        </pc:spChg>
        <pc:spChg chg="add del mod">
          <ac:chgData name="LYU Jiayi" userId="S::jiayilyu3@ln.hk::2e83a2cf-eacd-4f2d-9746-ccd05a0fc591" providerId="AD" clId="Web-{00000000-0000-0000-0000-000000000000}" dt="2026-10-18T04:54:08.754" v="603"/>
          <ac:spMkLst>
            <pc:docMk/>
            <pc:sldMk cId="963270841" sldId="271"/>
            <ac:spMk id="21" creationId="{C9AB0722-8AFD-2E96-471C-61EECA8048FC}"/>
          </ac:spMkLst>
        </pc:spChg>
        <pc:spChg chg="add del mod">
          <ac:chgData name="LYU Jiayi" userId="S::jiayilyu3@ln.hk::2e83a2cf-eacd-4f2d-9746-ccd05a0fc591" providerId="AD" clId="Web-{00000000-0000-0000-0000-000000000000}" dt="2026-10-18T04:54:08.754" v="602"/>
          <ac:spMkLst>
            <pc:docMk/>
            <pc:sldMk cId="963270841" sldId="271"/>
            <ac:spMk id="23" creationId="{24FCB037-FBB5-EB49-BE2A-69CD5DAA96B1}"/>
          </ac:spMkLst>
        </pc:spChg>
        <pc:spChg chg="add mod">
          <ac:chgData name="LYU Jiayi" userId="S::jiayilyu3@ln.hk::2e83a2cf-eacd-4f2d-9746-ccd05a0fc591" providerId="AD" clId="Web-{00000000-0000-0000-0000-000000000000}" dt="2026-10-18T04:54:18.677" v="606" actId="20577"/>
          <ac:spMkLst>
            <pc:docMk/>
            <pc:sldMk cId="963270841" sldId="271"/>
            <ac:spMk id="25" creationId="{FFA1221A-572C-F9AF-0794-C1D696DDB35E}"/>
          </ac:spMkLst>
        </pc:spChg>
        <pc:spChg chg="add">
          <ac:chgData name="LYU Jiayi" userId="S::jiayilyu3@ln.hk::2e83a2cf-eacd-4f2d-9746-ccd05a0fc591" providerId="AD" clId="Web-{00000000-0000-0000-0000-000000000000}" dt="2026-10-18T04:54:15.880" v="605"/>
          <ac:spMkLst>
            <pc:docMk/>
            <pc:sldMk cId="963270841" sldId="271"/>
            <ac:spMk id="27" creationId="{8719BE57-2AF0-9A16-2F7D-916CDE2A5AC1}"/>
          </ac:spMkLst>
        </pc:spChg>
      </pc:sldChg>
      <pc:sldChg chg="addSp delSp modSp add">
        <pc:chgData name="LYU Jiayi" userId="S::jiayilyu3@ln.hk::2e83a2cf-eacd-4f2d-9746-ccd05a0fc591" providerId="AD" clId="Web-{00000000-0000-0000-0000-000000000000}" dt="2026-10-18T04:58:23.831" v="695" actId="1076"/>
        <pc:sldMkLst>
          <pc:docMk/>
          <pc:sldMk cId="3547430090" sldId="272"/>
        </pc:sldMkLst>
        <pc:spChg chg="mod">
          <ac:chgData name="LYU Jiayi" userId="S::jiayilyu3@ln.hk::2e83a2cf-eacd-4f2d-9746-ccd05a0fc591" providerId="AD" clId="Web-{00000000-0000-0000-0000-000000000000}" dt="2026-10-18T04:46:09.344" v="387"/>
          <ac:spMkLst>
            <pc:docMk/>
            <pc:sldMk cId="3547430090" sldId="272"/>
            <ac:spMk id="2" creationId="{00000000-0000-0000-0000-000000000000}"/>
          </ac:spMkLst>
        </pc:spChg>
        <pc:spChg chg="mod">
          <ac:chgData name="LYU Jiayi" userId="S::jiayilyu3@ln.hk::2e83a2cf-eacd-4f2d-9746-ccd05a0fc591" providerId="AD" clId="Web-{00000000-0000-0000-0000-000000000000}" dt="2026-10-18T04:46:09.344" v="388"/>
          <ac:spMkLst>
            <pc:docMk/>
            <pc:sldMk cId="3547430090" sldId="272"/>
            <ac:spMk id="3" creationId="{00000000-0000-0000-0000-000000000000}"/>
          </ac:spMkLst>
        </pc:spChg>
        <pc:spChg chg="mod">
          <ac:chgData name="LYU Jiayi" userId="S::jiayilyu3@ln.hk::2e83a2cf-eacd-4f2d-9746-ccd05a0fc591" providerId="AD" clId="Web-{00000000-0000-0000-0000-000000000000}" dt="2026-10-18T04:46:09.344" v="389"/>
          <ac:spMkLst>
            <pc:docMk/>
            <pc:sldMk cId="3547430090" sldId="272"/>
            <ac:spMk id="4" creationId="{00000000-0000-0000-0000-000000000000}"/>
          </ac:spMkLst>
        </pc:spChg>
        <pc:spChg chg="mod">
          <ac:chgData name="LYU Jiayi" userId="S::jiayilyu3@ln.hk::2e83a2cf-eacd-4f2d-9746-ccd05a0fc591" providerId="AD" clId="Web-{00000000-0000-0000-0000-000000000000}" dt="2026-10-18T04:46:09.344" v="390"/>
          <ac:spMkLst>
            <pc:docMk/>
            <pc:sldMk cId="3547430090" sldId="272"/>
            <ac:spMk id="5" creationId="{00000000-0000-0000-0000-000000000000}"/>
          </ac:spMkLst>
        </pc:spChg>
        <pc:spChg chg="del mod">
          <ac:chgData name="LYU Jiayi" userId="S::jiayilyu3@ln.hk::2e83a2cf-eacd-4f2d-9746-ccd05a0fc591" providerId="AD" clId="Web-{00000000-0000-0000-0000-000000000000}" dt="2026-10-18T04:45:44.512" v="383"/>
          <ac:spMkLst>
            <pc:docMk/>
            <pc:sldMk cId="3547430090" sldId="272"/>
            <ac:spMk id="6" creationId="{00000000-0000-0000-0000-000000000000}"/>
          </ac:spMkLst>
        </pc:spChg>
        <pc:spChg chg="mod">
          <ac:chgData name="LYU Jiayi" userId="S::jiayilyu3@ln.hk::2e83a2cf-eacd-4f2d-9746-ccd05a0fc591" providerId="AD" clId="Web-{00000000-0000-0000-0000-000000000000}" dt="2026-10-18T04:58:23.831" v="695" actId="1076"/>
          <ac:spMkLst>
            <pc:docMk/>
            <pc:sldMk cId="3547430090" sldId="272"/>
            <ac:spMk id="7" creationId="{00000000-0000-0000-0000-000000000000}"/>
          </ac:spMkLst>
        </pc:spChg>
        <pc:spChg chg="mod">
          <ac:chgData name="LYU Jiayi" userId="S::jiayilyu3@ln.hk::2e83a2cf-eacd-4f2d-9746-ccd05a0fc591" providerId="AD" clId="Web-{00000000-0000-0000-0000-000000000000}" dt="2026-10-18T04:46:09.344" v="392"/>
          <ac:spMkLst>
            <pc:docMk/>
            <pc:sldMk cId="3547430090" sldId="272"/>
            <ac:spMk id="8" creationId="{00000000-0000-0000-0000-000000000000}"/>
          </ac:spMkLst>
        </pc:spChg>
        <pc:spChg chg="mod">
          <ac:chgData name="LYU Jiayi" userId="S::jiayilyu3@ln.hk::2e83a2cf-eacd-4f2d-9746-ccd05a0fc591" providerId="AD" clId="Web-{00000000-0000-0000-0000-000000000000}" dt="2026-10-18T04:46:09.344" v="393"/>
          <ac:spMkLst>
            <pc:docMk/>
            <pc:sldMk cId="3547430090" sldId="272"/>
            <ac:spMk id="9" creationId="{00000000-0000-0000-0000-000000000000}"/>
          </ac:spMkLst>
        </pc:spChg>
        <pc:spChg chg="mod">
          <ac:chgData name="LYU Jiayi" userId="S::jiayilyu3@ln.hk::2e83a2cf-eacd-4f2d-9746-ccd05a0fc591" providerId="AD" clId="Web-{00000000-0000-0000-0000-000000000000}" dt="2026-10-18T04:46:09.344" v="394"/>
          <ac:spMkLst>
            <pc:docMk/>
            <pc:sldMk cId="3547430090" sldId="272"/>
            <ac:spMk id="10" creationId="{00000000-0000-0000-0000-000000000000}"/>
          </ac:spMkLst>
        </pc:spChg>
        <pc:spChg chg="mod">
          <ac:chgData name="LYU Jiayi" userId="S::jiayilyu3@ln.hk::2e83a2cf-eacd-4f2d-9746-ccd05a0fc591" providerId="AD" clId="Web-{00000000-0000-0000-0000-000000000000}" dt="2026-10-18T04:46:09.344" v="395"/>
          <ac:spMkLst>
            <pc:docMk/>
            <pc:sldMk cId="3547430090" sldId="272"/>
            <ac:spMk id="11" creationId="{00000000-0000-0000-0000-000000000000}"/>
          </ac:spMkLst>
        </pc:spChg>
        <pc:spChg chg="mod">
          <ac:chgData name="LYU Jiayi" userId="S::jiayilyu3@ln.hk::2e83a2cf-eacd-4f2d-9746-ccd05a0fc591" providerId="AD" clId="Web-{00000000-0000-0000-0000-000000000000}" dt="2026-10-18T04:46:09.344" v="396"/>
          <ac:spMkLst>
            <pc:docMk/>
            <pc:sldMk cId="3547430090" sldId="272"/>
            <ac:spMk id="12" creationId="{00000000-0000-0000-0000-000000000000}"/>
          </ac:spMkLst>
        </pc:spChg>
        <pc:spChg chg="mod">
          <ac:chgData name="LYU Jiayi" userId="S::jiayilyu3@ln.hk::2e83a2cf-eacd-4f2d-9746-ccd05a0fc591" providerId="AD" clId="Web-{00000000-0000-0000-0000-000000000000}" dt="2026-10-18T04:46:09.344" v="397"/>
          <ac:spMkLst>
            <pc:docMk/>
            <pc:sldMk cId="3547430090" sldId="272"/>
            <ac:spMk id="13" creationId="{00000000-0000-0000-0000-000000000000}"/>
          </ac:spMkLst>
        </pc:spChg>
        <pc:spChg chg="mod">
          <ac:chgData name="LYU Jiayi" userId="S::jiayilyu3@ln.hk::2e83a2cf-eacd-4f2d-9746-ccd05a0fc591" providerId="AD" clId="Web-{00000000-0000-0000-0000-000000000000}" dt="2026-10-18T04:46:09.344" v="398"/>
          <ac:spMkLst>
            <pc:docMk/>
            <pc:sldMk cId="3547430090" sldId="272"/>
            <ac:spMk id="14" creationId="{00000000-0000-0000-0000-000000000000}"/>
          </ac:spMkLst>
        </pc:spChg>
        <pc:spChg chg="mod">
          <ac:chgData name="LYU Jiayi" userId="S::jiayilyu3@ln.hk::2e83a2cf-eacd-4f2d-9746-ccd05a0fc591" providerId="AD" clId="Web-{00000000-0000-0000-0000-000000000000}" dt="2026-10-18T04:46:09.454" v="399"/>
          <ac:spMkLst>
            <pc:docMk/>
            <pc:sldMk cId="3547430090" sldId="272"/>
            <ac:spMk id="15" creationId="{00000000-0000-0000-0000-000000000000}"/>
          </ac:spMkLst>
        </pc:spChg>
        <pc:spChg chg="add mod">
          <ac:chgData name="LYU Jiayi" userId="S::jiayilyu3@ln.hk::2e83a2cf-eacd-4f2d-9746-ccd05a0fc591" providerId="AD" clId="Web-{00000000-0000-0000-0000-000000000000}" dt="2026-10-18T04:53:59.863" v="600" actId="1076"/>
          <ac:spMkLst>
            <pc:docMk/>
            <pc:sldMk cId="3547430090" sldId="272"/>
            <ac:spMk id="17" creationId="{D1644832-561B-411B-CE56-7FA0D089498F}"/>
          </ac:spMkLst>
        </pc:spChg>
        <pc:spChg chg="add mod">
          <ac:chgData name="LYU Jiayi" userId="S::jiayilyu3@ln.hk::2e83a2cf-eacd-4f2d-9746-ccd05a0fc591" providerId="AD" clId="Web-{00000000-0000-0000-0000-000000000000}" dt="2026-10-18T04:54:02.489" v="601" actId="1076"/>
          <ac:spMkLst>
            <pc:docMk/>
            <pc:sldMk cId="3547430090" sldId="272"/>
            <ac:spMk id="19" creationId="{E6E7DD4B-0B59-9AC9-6DB4-FA009D8D18A4}"/>
          </ac:spMkLst>
        </pc:spChg>
      </pc:sldChg>
      <pc:sldChg chg="addSp delSp modSp add">
        <pc:chgData name="LYU Jiayi" userId="S::jiayilyu3@ln.hk::2e83a2cf-eacd-4f2d-9746-ccd05a0fc591" providerId="AD" clId="Web-{00000000-0000-0000-0000-000000000000}" dt="2026-10-18T04:58:27.300" v="696" actId="1076"/>
        <pc:sldMkLst>
          <pc:docMk/>
          <pc:sldMk cId="2298464370" sldId="273"/>
        </pc:sldMkLst>
        <pc:spChg chg="mod">
          <ac:chgData name="LYU Jiayi" userId="S::jiayilyu3@ln.hk::2e83a2cf-eacd-4f2d-9746-ccd05a0fc591" providerId="AD" clId="Web-{00000000-0000-0000-0000-000000000000}" dt="2026-10-18T04:48:16.396" v="473" actId="14100"/>
          <ac:spMkLst>
            <pc:docMk/>
            <pc:sldMk cId="2298464370" sldId="273"/>
            <ac:spMk id="2" creationId="{00000000-0000-0000-0000-000000000000}"/>
          </ac:spMkLst>
        </pc:spChg>
        <pc:spChg chg="mod">
          <ac:chgData name="LYU Jiayi" userId="S::jiayilyu3@ln.hk::2e83a2cf-eacd-4f2d-9746-ccd05a0fc591" providerId="AD" clId="Web-{00000000-0000-0000-0000-000000000000}" dt="2026-10-18T04:48:19.865" v="474" actId="14100"/>
          <ac:spMkLst>
            <pc:docMk/>
            <pc:sldMk cId="2298464370" sldId="273"/>
            <ac:spMk id="3" creationId="{00000000-0000-0000-0000-000000000000}"/>
          </ac:spMkLst>
        </pc:spChg>
        <pc:spChg chg="mod">
          <ac:chgData name="LYU Jiayi" userId="S::jiayilyu3@ln.hk::2e83a2cf-eacd-4f2d-9746-ccd05a0fc591" providerId="AD" clId="Web-{00000000-0000-0000-0000-000000000000}" dt="2026-10-18T04:48:22.006" v="475" actId="14100"/>
          <ac:spMkLst>
            <pc:docMk/>
            <pc:sldMk cId="2298464370" sldId="273"/>
            <ac:spMk id="4" creationId="{00000000-0000-0000-0000-000000000000}"/>
          </ac:spMkLst>
        </pc:spChg>
        <pc:spChg chg="del">
          <ac:chgData name="LYU Jiayi" userId="S::jiayilyu3@ln.hk::2e83a2cf-eacd-4f2d-9746-ccd05a0fc591" providerId="AD" clId="Web-{00000000-0000-0000-0000-000000000000}" dt="2026-10-18T04:46:38.127" v="415"/>
          <ac:spMkLst>
            <pc:docMk/>
            <pc:sldMk cId="2298464370" sldId="273"/>
            <ac:spMk id="11" creationId="{00000000-0000-0000-0000-000000000000}"/>
          </ac:spMkLst>
        </pc:spChg>
        <pc:spChg chg="mod">
          <ac:chgData name="LYU Jiayi" userId="S::jiayilyu3@ln.hk::2e83a2cf-eacd-4f2d-9746-ccd05a0fc591" providerId="AD" clId="Web-{00000000-0000-0000-0000-000000000000}" dt="2026-10-18T04:58:27.300" v="696" actId="1076"/>
          <ac:spMkLst>
            <pc:docMk/>
            <pc:sldMk cId="2298464370" sldId="273"/>
            <ac:spMk id="12" creationId="{00000000-0000-0000-0000-000000000000}"/>
          </ac:spMkLst>
        </pc:spChg>
        <pc:spChg chg="mod">
          <ac:chgData name="LYU Jiayi" userId="S::jiayilyu3@ln.hk::2e83a2cf-eacd-4f2d-9746-ccd05a0fc591" providerId="AD" clId="Web-{00000000-0000-0000-0000-000000000000}" dt="2026-10-18T04:47:39.520" v="463" actId="1076"/>
          <ac:spMkLst>
            <pc:docMk/>
            <pc:sldMk cId="2298464370" sldId="273"/>
            <ac:spMk id="13" creationId="{00000000-0000-0000-0000-000000000000}"/>
          </ac:spMkLst>
        </pc:spChg>
        <pc:spChg chg="mod">
          <ac:chgData name="LYU Jiayi" userId="S::jiayilyu3@ln.hk::2e83a2cf-eacd-4f2d-9746-ccd05a0fc591" providerId="AD" clId="Web-{00000000-0000-0000-0000-000000000000}" dt="2026-10-18T04:48:12.490" v="472" actId="20577"/>
          <ac:spMkLst>
            <pc:docMk/>
            <pc:sldMk cId="2298464370" sldId="273"/>
            <ac:spMk id="14" creationId="{00000000-0000-0000-0000-000000000000}"/>
          </ac:spMkLst>
        </pc:spChg>
        <pc:spChg chg="mod">
          <ac:chgData name="LYU Jiayi" userId="S::jiayilyu3@ln.hk::2e83a2cf-eacd-4f2d-9746-ccd05a0fc591" providerId="AD" clId="Web-{00000000-0000-0000-0000-000000000000}" dt="2026-10-18T04:47:10.784" v="453" actId="1076"/>
          <ac:spMkLst>
            <pc:docMk/>
            <pc:sldMk cId="2298464370" sldId="273"/>
            <ac:spMk id="15" creationId="{00000000-0000-0000-0000-000000000000}"/>
          </ac:spMkLst>
        </pc:spChg>
        <pc:spChg chg="mod">
          <ac:chgData name="LYU Jiayi" userId="S::jiayilyu3@ln.hk::2e83a2cf-eacd-4f2d-9746-ccd05a0fc591" providerId="AD" clId="Web-{00000000-0000-0000-0000-000000000000}" dt="2026-10-18T04:48:46.491" v="482" actId="1076"/>
          <ac:spMkLst>
            <pc:docMk/>
            <pc:sldMk cId="2298464370" sldId="273"/>
            <ac:spMk id="16" creationId="{00000000-0000-0000-0000-000000000000}"/>
          </ac:spMkLst>
        </pc:spChg>
        <pc:spChg chg="mod">
          <ac:chgData name="LYU Jiayi" userId="S::jiayilyu3@ln.hk::2e83a2cf-eacd-4f2d-9746-ccd05a0fc591" providerId="AD" clId="Web-{00000000-0000-0000-0000-000000000000}" dt="2026-10-18T04:47:36.145" v="462" actId="1076"/>
          <ac:spMkLst>
            <pc:docMk/>
            <pc:sldMk cId="2298464370" sldId="273"/>
            <ac:spMk id="17" creationId="{00000000-0000-0000-0000-000000000000}"/>
          </ac:spMkLst>
        </pc:spChg>
        <pc:spChg chg="mod">
          <ac:chgData name="LYU Jiayi" userId="S::jiayilyu3@ln.hk::2e83a2cf-eacd-4f2d-9746-ccd05a0fc591" providerId="AD" clId="Web-{00000000-0000-0000-0000-000000000000}" dt="2026-10-18T04:48:58.460" v="489" actId="1076"/>
          <ac:spMkLst>
            <pc:docMk/>
            <pc:sldMk cId="2298464370" sldId="273"/>
            <ac:spMk id="18" creationId="{00000000-0000-0000-0000-000000000000}"/>
          </ac:spMkLst>
        </pc:spChg>
        <pc:spChg chg="add del mod">
          <ac:chgData name="LYU Jiayi" userId="S::jiayilyu3@ln.hk::2e83a2cf-eacd-4f2d-9746-ccd05a0fc591" providerId="AD" clId="Web-{00000000-0000-0000-0000-000000000000}" dt="2026-10-18T04:54:24.099" v="608"/>
          <ac:spMkLst>
            <pc:docMk/>
            <pc:sldMk cId="2298464370" sldId="273"/>
            <ac:spMk id="20" creationId="{B04D5816-2C79-AF52-6F08-B1EC2312EB82}"/>
          </ac:spMkLst>
        </pc:spChg>
        <pc:spChg chg="add del">
          <ac:chgData name="LYU Jiayi" userId="S::jiayilyu3@ln.hk::2e83a2cf-eacd-4f2d-9746-ccd05a0fc591" providerId="AD" clId="Web-{00000000-0000-0000-0000-000000000000}" dt="2026-10-18T04:54:24.099" v="607"/>
          <ac:spMkLst>
            <pc:docMk/>
            <pc:sldMk cId="2298464370" sldId="273"/>
            <ac:spMk id="23" creationId="{06297061-3E1D-2264-718D-26B4EFCFB526}"/>
          </ac:spMkLst>
        </pc:spChg>
        <pc:spChg chg="add mod">
          <ac:chgData name="LYU Jiayi" userId="S::jiayilyu3@ln.hk::2e83a2cf-eacd-4f2d-9746-ccd05a0fc591" providerId="AD" clId="Web-{00000000-0000-0000-0000-000000000000}" dt="2026-10-18T04:54:27.458" v="611" actId="20577"/>
          <ac:spMkLst>
            <pc:docMk/>
            <pc:sldMk cId="2298464370" sldId="273"/>
            <ac:spMk id="25" creationId="{4DF255E7-98D0-D419-F3BC-C81B9528552E}"/>
          </ac:spMkLst>
        </pc:spChg>
        <pc:spChg chg="add">
          <ac:chgData name="LYU Jiayi" userId="S::jiayilyu3@ln.hk::2e83a2cf-eacd-4f2d-9746-ccd05a0fc591" providerId="AD" clId="Web-{00000000-0000-0000-0000-000000000000}" dt="2026-10-18T04:54:24.786" v="610"/>
          <ac:spMkLst>
            <pc:docMk/>
            <pc:sldMk cId="2298464370" sldId="273"/>
            <ac:spMk id="27" creationId="{12D172D1-7CAA-A6ED-F5A4-9B90543AF748}"/>
          </ac:spMkLst>
        </pc:spChg>
        <pc:grpChg chg="add mod">
          <ac:chgData name="LYU Jiayi" userId="S::jiayilyu3@ln.hk::2e83a2cf-eacd-4f2d-9746-ccd05a0fc591" providerId="AD" clId="Web-{00000000-0000-0000-0000-000000000000}" dt="2026-10-18T04:48:01.786" v="467" actId="1076"/>
          <ac:grpSpMkLst>
            <pc:docMk/>
            <pc:sldMk cId="2298464370" sldId="273"/>
            <ac:grpSpMk id="21" creationId="{FB15E576-CDA1-1637-D39A-3794769C7E9F}"/>
          </ac:grpSpMkLst>
        </pc:grpChg>
        <pc:picChg chg="mod">
          <ac:chgData name="LYU Jiayi" userId="S::jiayilyu3@ln.hk::2e83a2cf-eacd-4f2d-9746-ccd05a0fc591" providerId="AD" clId="Web-{00000000-0000-0000-0000-000000000000}" dt="2026-10-18T04:46:58.065" v="431" actId="1076"/>
          <ac:picMkLst>
            <pc:docMk/>
            <pc:sldMk cId="2298464370" sldId="273"/>
            <ac:picMk id="5" creationId="{00000000-0000-0000-0000-000000000000}"/>
          </ac:picMkLst>
        </pc:picChg>
        <pc:picChg chg="mod">
          <ac:chgData name="LYU Jiayi" userId="S::jiayilyu3@ln.hk::2e83a2cf-eacd-4f2d-9746-ccd05a0fc591" providerId="AD" clId="Web-{00000000-0000-0000-0000-000000000000}" dt="2026-10-18T04:46:58.065" v="432" actId="1076"/>
          <ac:picMkLst>
            <pc:docMk/>
            <pc:sldMk cId="2298464370" sldId="273"/>
            <ac:picMk id="6" creationId="{00000000-0000-0000-0000-000000000000}"/>
          </ac:picMkLst>
        </pc:picChg>
        <pc:picChg chg="mod">
          <ac:chgData name="LYU Jiayi" userId="S::jiayilyu3@ln.hk::2e83a2cf-eacd-4f2d-9746-ccd05a0fc591" providerId="AD" clId="Web-{00000000-0000-0000-0000-000000000000}" dt="2026-10-18T04:46:58.065" v="433" actId="1076"/>
          <ac:picMkLst>
            <pc:docMk/>
            <pc:sldMk cId="2298464370" sldId="273"/>
            <ac:picMk id="7" creationId="{00000000-0000-0000-0000-000000000000}"/>
          </ac:picMkLst>
        </pc:picChg>
        <pc:picChg chg="mod">
          <ac:chgData name="LYU Jiayi" userId="S::jiayilyu3@ln.hk::2e83a2cf-eacd-4f2d-9746-ccd05a0fc591" providerId="AD" clId="Web-{00000000-0000-0000-0000-000000000000}" dt="2026-10-18T04:46:58.065" v="434" actId="1076"/>
          <ac:picMkLst>
            <pc:docMk/>
            <pc:sldMk cId="2298464370" sldId="273"/>
            <ac:picMk id="8" creationId="{00000000-0000-0000-0000-000000000000}"/>
          </ac:picMkLst>
        </pc:picChg>
        <pc:picChg chg="mod">
          <ac:chgData name="LYU Jiayi" userId="S::jiayilyu3@ln.hk::2e83a2cf-eacd-4f2d-9746-ccd05a0fc591" providerId="AD" clId="Web-{00000000-0000-0000-0000-000000000000}" dt="2026-10-18T04:47:21.706" v="457" actId="1076"/>
          <ac:picMkLst>
            <pc:docMk/>
            <pc:sldMk cId="2298464370" sldId="273"/>
            <ac:picMk id="9" creationId="{00000000-0000-0000-0000-000000000000}"/>
          </ac:picMkLst>
        </pc:picChg>
        <pc:picChg chg="mod">
          <ac:chgData name="LYU Jiayi" userId="S::jiayilyu3@ln.hk::2e83a2cf-eacd-4f2d-9746-ccd05a0fc591" providerId="AD" clId="Web-{00000000-0000-0000-0000-000000000000}" dt="2026-10-18T04:46:58.081" v="436" actId="1076"/>
          <ac:picMkLst>
            <pc:docMk/>
            <pc:sldMk cId="2298464370" sldId="273"/>
            <ac:picMk id="10" creationId="{00000000-0000-0000-0000-000000000000}"/>
          </ac:picMkLst>
        </pc:picChg>
      </pc:sldChg>
      <pc:sldChg chg="addSp delSp modSp add">
        <pc:chgData name="LYU Jiayi" userId="S::jiayilyu3@ln.hk::2e83a2cf-eacd-4f2d-9746-ccd05a0fc591" providerId="AD" clId="Web-{00000000-0000-0000-0000-000000000000}" dt="2026-10-18T04:58:31.628" v="697" actId="1076"/>
        <pc:sldMkLst>
          <pc:docMk/>
          <pc:sldMk cId="2694168460" sldId="274"/>
        </pc:sldMkLst>
        <pc:spChg chg="mod">
          <ac:chgData name="LYU Jiayi" userId="S::jiayilyu3@ln.hk::2e83a2cf-eacd-4f2d-9746-ccd05a0fc591" providerId="AD" clId="Web-{00000000-0000-0000-0000-000000000000}" dt="2026-10-18T04:49:57.213" v="508"/>
          <ac:spMkLst>
            <pc:docMk/>
            <pc:sldMk cId="2694168460" sldId="274"/>
            <ac:spMk id="2" creationId="{00000000-0000-0000-0000-000000000000}"/>
          </ac:spMkLst>
        </pc:spChg>
        <pc:spChg chg="mod">
          <ac:chgData name="LYU Jiayi" userId="S::jiayilyu3@ln.hk::2e83a2cf-eacd-4f2d-9746-ccd05a0fc591" providerId="AD" clId="Web-{00000000-0000-0000-0000-000000000000}" dt="2026-10-18T04:49:57.213" v="509"/>
          <ac:spMkLst>
            <pc:docMk/>
            <pc:sldMk cId="2694168460" sldId="274"/>
            <ac:spMk id="3" creationId="{00000000-0000-0000-0000-000000000000}"/>
          </ac:spMkLst>
        </pc:spChg>
        <pc:spChg chg="mod">
          <ac:chgData name="LYU Jiayi" userId="S::jiayilyu3@ln.hk::2e83a2cf-eacd-4f2d-9746-ccd05a0fc591" providerId="AD" clId="Web-{00000000-0000-0000-0000-000000000000}" dt="2026-10-18T04:49:57.213" v="510"/>
          <ac:spMkLst>
            <pc:docMk/>
            <pc:sldMk cId="2694168460" sldId="274"/>
            <ac:spMk id="4" creationId="{00000000-0000-0000-0000-000000000000}"/>
          </ac:spMkLst>
        </pc:spChg>
        <pc:spChg chg="mod">
          <ac:chgData name="LYU Jiayi" userId="S::jiayilyu3@ln.hk::2e83a2cf-eacd-4f2d-9746-ccd05a0fc591" providerId="AD" clId="Web-{00000000-0000-0000-0000-000000000000}" dt="2026-10-18T04:49:57.213" v="511"/>
          <ac:spMkLst>
            <pc:docMk/>
            <pc:sldMk cId="2694168460" sldId="274"/>
            <ac:spMk id="5" creationId="{00000000-0000-0000-0000-000000000000}"/>
          </ac:spMkLst>
        </pc:spChg>
        <pc:spChg chg="mod">
          <ac:chgData name="LYU Jiayi" userId="S::jiayilyu3@ln.hk::2e83a2cf-eacd-4f2d-9746-ccd05a0fc591" providerId="AD" clId="Web-{00000000-0000-0000-0000-000000000000}" dt="2026-10-18T04:49:57.213" v="512"/>
          <ac:spMkLst>
            <pc:docMk/>
            <pc:sldMk cId="2694168460" sldId="274"/>
            <ac:spMk id="6" creationId="{00000000-0000-0000-0000-000000000000}"/>
          </ac:spMkLst>
        </pc:spChg>
        <pc:spChg chg="mod">
          <ac:chgData name="LYU Jiayi" userId="S::jiayilyu3@ln.hk::2e83a2cf-eacd-4f2d-9746-ccd05a0fc591" providerId="AD" clId="Web-{00000000-0000-0000-0000-000000000000}" dt="2026-10-18T04:49:57.213" v="513"/>
          <ac:spMkLst>
            <pc:docMk/>
            <pc:sldMk cId="2694168460" sldId="274"/>
            <ac:spMk id="7" creationId="{00000000-0000-0000-0000-000000000000}"/>
          </ac:spMkLst>
        </pc:spChg>
        <pc:spChg chg="del">
          <ac:chgData name="LYU Jiayi" userId="S::jiayilyu3@ln.hk::2e83a2cf-eacd-4f2d-9746-ccd05a0fc591" providerId="AD" clId="Web-{00000000-0000-0000-0000-000000000000}" dt="2026-10-18T04:49:12.273" v="491"/>
          <ac:spMkLst>
            <pc:docMk/>
            <pc:sldMk cId="2694168460" sldId="274"/>
            <ac:spMk id="9" creationId="{00000000-0000-0000-0000-000000000000}"/>
          </ac:spMkLst>
        </pc:spChg>
        <pc:spChg chg="mod">
          <ac:chgData name="LYU Jiayi" userId="S::jiayilyu3@ln.hk::2e83a2cf-eacd-4f2d-9746-ccd05a0fc591" providerId="AD" clId="Web-{00000000-0000-0000-0000-000000000000}" dt="2026-10-18T04:58:31.628" v="697" actId="1076"/>
          <ac:spMkLst>
            <pc:docMk/>
            <pc:sldMk cId="2694168460" sldId="274"/>
            <ac:spMk id="10" creationId="{00000000-0000-0000-0000-000000000000}"/>
          </ac:spMkLst>
        </pc:spChg>
        <pc:spChg chg="mod">
          <ac:chgData name="LYU Jiayi" userId="S::jiayilyu3@ln.hk::2e83a2cf-eacd-4f2d-9746-ccd05a0fc591" providerId="AD" clId="Web-{00000000-0000-0000-0000-000000000000}" dt="2026-10-18T04:49:57.213" v="514"/>
          <ac:spMkLst>
            <pc:docMk/>
            <pc:sldMk cId="2694168460" sldId="274"/>
            <ac:spMk id="11" creationId="{00000000-0000-0000-0000-000000000000}"/>
          </ac:spMkLst>
        </pc:spChg>
        <pc:spChg chg="mod">
          <ac:chgData name="LYU Jiayi" userId="S::jiayilyu3@ln.hk::2e83a2cf-eacd-4f2d-9746-ccd05a0fc591" providerId="AD" clId="Web-{00000000-0000-0000-0000-000000000000}" dt="2026-10-18T04:49:57.213" v="515"/>
          <ac:spMkLst>
            <pc:docMk/>
            <pc:sldMk cId="2694168460" sldId="274"/>
            <ac:spMk id="12" creationId="{00000000-0000-0000-0000-000000000000}"/>
          </ac:spMkLst>
        </pc:spChg>
        <pc:spChg chg="mod">
          <ac:chgData name="LYU Jiayi" userId="S::jiayilyu3@ln.hk::2e83a2cf-eacd-4f2d-9746-ccd05a0fc591" providerId="AD" clId="Web-{00000000-0000-0000-0000-000000000000}" dt="2026-10-18T04:49:57.213" v="516"/>
          <ac:spMkLst>
            <pc:docMk/>
            <pc:sldMk cId="2694168460" sldId="274"/>
            <ac:spMk id="13" creationId="{00000000-0000-0000-0000-000000000000}"/>
          </ac:spMkLst>
        </pc:spChg>
        <pc:spChg chg="mod">
          <ac:chgData name="LYU Jiayi" userId="S::jiayilyu3@ln.hk::2e83a2cf-eacd-4f2d-9746-ccd05a0fc591" providerId="AD" clId="Web-{00000000-0000-0000-0000-000000000000}" dt="2026-10-18T04:49:57.213" v="517"/>
          <ac:spMkLst>
            <pc:docMk/>
            <pc:sldMk cId="2694168460" sldId="274"/>
            <ac:spMk id="14" creationId="{00000000-0000-0000-0000-000000000000}"/>
          </ac:spMkLst>
        </pc:spChg>
        <pc:spChg chg="mod">
          <ac:chgData name="LYU Jiayi" userId="S::jiayilyu3@ln.hk::2e83a2cf-eacd-4f2d-9746-ccd05a0fc591" providerId="AD" clId="Web-{00000000-0000-0000-0000-000000000000}" dt="2026-10-18T04:49:57.213" v="518"/>
          <ac:spMkLst>
            <pc:docMk/>
            <pc:sldMk cId="2694168460" sldId="274"/>
            <ac:spMk id="15" creationId="{00000000-0000-0000-0000-000000000000}"/>
          </ac:spMkLst>
        </pc:spChg>
        <pc:spChg chg="mod">
          <ac:chgData name="LYU Jiayi" userId="S::jiayilyu3@ln.hk::2e83a2cf-eacd-4f2d-9746-ccd05a0fc591" providerId="AD" clId="Web-{00000000-0000-0000-0000-000000000000}" dt="2026-10-18T04:49:57.291" v="519"/>
          <ac:spMkLst>
            <pc:docMk/>
            <pc:sldMk cId="2694168460" sldId="274"/>
            <ac:spMk id="16" creationId="{00000000-0000-0000-0000-000000000000}"/>
          </ac:spMkLst>
        </pc:spChg>
        <pc:spChg chg="add del mod">
          <ac:chgData name="LYU Jiayi" userId="S::jiayilyu3@ln.hk::2e83a2cf-eacd-4f2d-9746-ccd05a0fc591" providerId="AD" clId="Web-{00000000-0000-0000-0000-000000000000}" dt="2026-10-18T04:54:29.568" v="613"/>
          <ac:spMkLst>
            <pc:docMk/>
            <pc:sldMk cId="2694168460" sldId="274"/>
            <ac:spMk id="18" creationId="{F40B1080-5AC7-B980-E231-AF23802D20AC}"/>
          </ac:spMkLst>
        </pc:spChg>
        <pc:spChg chg="add del">
          <ac:chgData name="LYU Jiayi" userId="S::jiayilyu3@ln.hk::2e83a2cf-eacd-4f2d-9746-ccd05a0fc591" providerId="AD" clId="Web-{00000000-0000-0000-0000-000000000000}" dt="2026-10-18T04:54:29.568" v="612"/>
          <ac:spMkLst>
            <pc:docMk/>
            <pc:sldMk cId="2694168460" sldId="274"/>
            <ac:spMk id="20" creationId="{53751D46-C23F-D693-76D0-93C0DA4E8D4F}"/>
          </ac:spMkLst>
        </pc:spChg>
        <pc:spChg chg="add mod">
          <ac:chgData name="LYU Jiayi" userId="S::jiayilyu3@ln.hk::2e83a2cf-eacd-4f2d-9746-ccd05a0fc591" providerId="AD" clId="Web-{00000000-0000-0000-0000-000000000000}" dt="2026-10-18T04:54:33.068" v="616" actId="20577"/>
          <ac:spMkLst>
            <pc:docMk/>
            <pc:sldMk cId="2694168460" sldId="274"/>
            <ac:spMk id="22" creationId="{690E0889-D293-368B-91BE-42B9495EB0AC}"/>
          </ac:spMkLst>
        </pc:spChg>
        <pc:spChg chg="add">
          <ac:chgData name="LYU Jiayi" userId="S::jiayilyu3@ln.hk::2e83a2cf-eacd-4f2d-9746-ccd05a0fc591" providerId="AD" clId="Web-{00000000-0000-0000-0000-000000000000}" dt="2026-10-18T04:54:30.349" v="615"/>
          <ac:spMkLst>
            <pc:docMk/>
            <pc:sldMk cId="2694168460" sldId="274"/>
            <ac:spMk id="24" creationId="{59EDCF89-2396-D1EF-F990-91FDDB6174CE}"/>
          </ac:spMkLst>
        </pc:spChg>
      </pc:sldChg>
      <pc:sldChg chg="add del">
        <pc:chgData name="LYU Jiayi" userId="S::jiayilyu3@ln.hk::2e83a2cf-eacd-4f2d-9746-ccd05a0fc591" providerId="AD" clId="Web-{00000000-0000-0000-0000-000000000000}" dt="2026-10-18T04:49:46.009" v="495"/>
        <pc:sldMkLst>
          <pc:docMk/>
          <pc:sldMk cId="1215655747" sldId="275"/>
        </pc:sldMkLst>
      </pc:sldChg>
      <pc:sldChg chg="modSp add">
        <pc:chgData name="LYU Jiayi" userId="S::jiayilyu3@ln.hk::2e83a2cf-eacd-4f2d-9746-ccd05a0fc591" providerId="AD" clId="Web-{00000000-0000-0000-0000-000000000000}" dt="2026-10-18T04:54:48.943" v="619" actId="1076"/>
        <pc:sldMkLst>
          <pc:docMk/>
          <pc:sldMk cId="2131996990" sldId="275"/>
        </pc:sldMkLst>
        <pc:spChg chg="mod">
          <ac:chgData name="LYU Jiayi" userId="S::jiayilyu3@ln.hk::2e83a2cf-eacd-4f2d-9746-ccd05a0fc591" providerId="AD" clId="Web-{00000000-0000-0000-0000-000000000000}" dt="2026-10-18T04:52:44.470" v="572" actId="1076"/>
          <ac:spMkLst>
            <pc:docMk/>
            <pc:sldMk cId="2131996990" sldId="275"/>
            <ac:spMk id="2" creationId="{00000000-0000-0000-0000-000000000000}"/>
          </ac:spMkLst>
        </pc:spChg>
        <pc:spChg chg="mod">
          <ac:chgData name="LYU Jiayi" userId="S::jiayilyu3@ln.hk::2e83a2cf-eacd-4f2d-9746-ccd05a0fc591" providerId="AD" clId="Web-{00000000-0000-0000-0000-000000000000}" dt="2026-10-18T04:54:48.943" v="619" actId="1076"/>
          <ac:spMkLst>
            <pc:docMk/>
            <pc:sldMk cId="2131996990" sldId="275"/>
            <ac:spMk id="3" creationId="{00000000-0000-0000-0000-000000000000}"/>
          </ac:spMkLst>
        </pc:spChg>
        <pc:spChg chg="mod">
          <ac:chgData name="LYU Jiayi" userId="S::jiayilyu3@ln.hk::2e83a2cf-eacd-4f2d-9746-ccd05a0fc591" providerId="AD" clId="Web-{00000000-0000-0000-0000-000000000000}" dt="2026-10-18T04:54:42.287" v="618" actId="1076"/>
          <ac:spMkLst>
            <pc:docMk/>
            <pc:sldMk cId="2131996990" sldId="275"/>
            <ac:spMk id="4" creationId="{00000000-0000-0000-0000-000000000000}"/>
          </ac:spMkLst>
        </pc:spChg>
        <pc:spChg chg="mod">
          <ac:chgData name="LYU Jiayi" userId="S::jiayilyu3@ln.hk::2e83a2cf-eacd-4f2d-9746-ccd05a0fc591" providerId="AD" clId="Web-{00000000-0000-0000-0000-000000000000}" dt="2026-10-18T04:54:40.334" v="617" actId="1076"/>
          <ac:spMkLst>
            <pc:docMk/>
            <pc:sldMk cId="2131996990" sldId="275"/>
            <ac:spMk id="5" creationId="{00000000-0000-0000-0000-000000000000}"/>
          </ac:spMkLst>
        </pc:spChg>
        <pc:spChg chg="mod">
          <ac:chgData name="LYU Jiayi" userId="S::jiayilyu3@ln.hk::2e83a2cf-eacd-4f2d-9746-ccd05a0fc591" providerId="AD" clId="Web-{00000000-0000-0000-0000-000000000000}" dt="2026-10-18T04:50:58.715" v="537"/>
          <ac:spMkLst>
            <pc:docMk/>
            <pc:sldMk cId="2131996990" sldId="275"/>
            <ac:spMk id="8" creationId="{00000000-0000-0000-0000-000000000000}"/>
          </ac:spMkLst>
        </pc:spChg>
        <pc:spChg chg="mod">
          <ac:chgData name="LYU Jiayi" userId="S::jiayilyu3@ln.hk::2e83a2cf-eacd-4f2d-9746-ccd05a0fc591" providerId="AD" clId="Web-{00000000-0000-0000-0000-000000000000}" dt="2026-10-18T04:50:58.715" v="538"/>
          <ac:spMkLst>
            <pc:docMk/>
            <pc:sldMk cId="2131996990" sldId="275"/>
            <ac:spMk id="9" creationId="{00000000-0000-0000-0000-000000000000}"/>
          </ac:spMkLst>
        </pc:spChg>
        <pc:spChg chg="mod">
          <ac:chgData name="LYU Jiayi" userId="S::jiayilyu3@ln.hk::2e83a2cf-eacd-4f2d-9746-ccd05a0fc591" providerId="AD" clId="Web-{00000000-0000-0000-0000-000000000000}" dt="2026-10-18T04:50:58.715" v="539"/>
          <ac:spMkLst>
            <pc:docMk/>
            <pc:sldMk cId="2131996990" sldId="275"/>
            <ac:spMk id="10" creationId="{00000000-0000-0000-0000-000000000000}"/>
          </ac:spMkLst>
        </pc:spChg>
        <pc:spChg chg="mod">
          <ac:chgData name="LYU Jiayi" userId="S::jiayilyu3@ln.hk::2e83a2cf-eacd-4f2d-9746-ccd05a0fc591" providerId="AD" clId="Web-{00000000-0000-0000-0000-000000000000}" dt="2026-10-18T04:50:58.731" v="540"/>
          <ac:spMkLst>
            <pc:docMk/>
            <pc:sldMk cId="2131996990" sldId="275"/>
            <ac:spMk id="13" creationId="{00000000-0000-0000-0000-000000000000}"/>
          </ac:spMkLst>
        </pc:spChg>
        <pc:spChg chg="mod">
          <ac:chgData name="LYU Jiayi" userId="S::jiayilyu3@ln.hk::2e83a2cf-eacd-4f2d-9746-ccd05a0fc591" providerId="AD" clId="Web-{00000000-0000-0000-0000-000000000000}" dt="2026-10-18T04:50:58.731" v="541"/>
          <ac:spMkLst>
            <pc:docMk/>
            <pc:sldMk cId="2131996990" sldId="275"/>
            <ac:spMk id="14" creationId="{00000000-0000-0000-0000-000000000000}"/>
          </ac:spMkLst>
        </pc:spChg>
        <pc:spChg chg="mod">
          <ac:chgData name="LYU Jiayi" userId="S::jiayilyu3@ln.hk::2e83a2cf-eacd-4f2d-9746-ccd05a0fc591" providerId="AD" clId="Web-{00000000-0000-0000-0000-000000000000}" dt="2026-10-18T04:50:58.731" v="542"/>
          <ac:spMkLst>
            <pc:docMk/>
            <pc:sldMk cId="2131996990" sldId="275"/>
            <ac:spMk id="15" creationId="{00000000-0000-0000-0000-000000000000}"/>
          </ac:spMkLst>
        </pc:spChg>
        <pc:spChg chg="mod">
          <ac:chgData name="LYU Jiayi" userId="S::jiayilyu3@ln.hk::2e83a2cf-eacd-4f2d-9746-ccd05a0fc591" providerId="AD" clId="Web-{00000000-0000-0000-0000-000000000000}" dt="2026-10-18T04:50:58.731" v="543"/>
          <ac:spMkLst>
            <pc:docMk/>
            <pc:sldMk cId="2131996990" sldId="275"/>
            <ac:spMk id="18" creationId="{00000000-0000-0000-0000-000000000000}"/>
          </ac:spMkLst>
        </pc:spChg>
        <pc:spChg chg="mod">
          <ac:chgData name="LYU Jiayi" userId="S::jiayilyu3@ln.hk::2e83a2cf-eacd-4f2d-9746-ccd05a0fc591" providerId="AD" clId="Web-{00000000-0000-0000-0000-000000000000}" dt="2026-10-18T04:50:58.731" v="544"/>
          <ac:spMkLst>
            <pc:docMk/>
            <pc:sldMk cId="2131996990" sldId="275"/>
            <ac:spMk id="19" creationId="{00000000-0000-0000-0000-000000000000}"/>
          </ac:spMkLst>
        </pc:spChg>
        <pc:spChg chg="mod">
          <ac:chgData name="LYU Jiayi" userId="S::jiayilyu3@ln.hk::2e83a2cf-eacd-4f2d-9746-ccd05a0fc591" providerId="AD" clId="Web-{00000000-0000-0000-0000-000000000000}" dt="2026-10-18T04:50:58.731" v="545"/>
          <ac:spMkLst>
            <pc:docMk/>
            <pc:sldMk cId="2131996990" sldId="275"/>
            <ac:spMk id="20" creationId="{00000000-0000-0000-0000-000000000000}"/>
          </ac:spMkLst>
        </pc:spChg>
        <pc:spChg chg="mod">
          <ac:chgData name="LYU Jiayi" userId="S::jiayilyu3@ln.hk::2e83a2cf-eacd-4f2d-9746-ccd05a0fc591" providerId="AD" clId="Web-{00000000-0000-0000-0000-000000000000}" dt="2026-10-18T04:50:58.731" v="546"/>
          <ac:spMkLst>
            <pc:docMk/>
            <pc:sldMk cId="2131996990" sldId="275"/>
            <ac:spMk id="23" creationId="{00000000-0000-0000-0000-000000000000}"/>
          </ac:spMkLst>
        </pc:spChg>
        <pc:spChg chg="mod">
          <ac:chgData name="LYU Jiayi" userId="S::jiayilyu3@ln.hk::2e83a2cf-eacd-4f2d-9746-ccd05a0fc591" providerId="AD" clId="Web-{00000000-0000-0000-0000-000000000000}" dt="2026-10-18T04:50:58.731" v="547"/>
          <ac:spMkLst>
            <pc:docMk/>
            <pc:sldMk cId="2131996990" sldId="275"/>
            <ac:spMk id="24" creationId="{00000000-0000-0000-0000-000000000000}"/>
          </ac:spMkLst>
        </pc:spChg>
        <pc:spChg chg="mod">
          <ac:chgData name="LYU Jiayi" userId="S::jiayilyu3@ln.hk::2e83a2cf-eacd-4f2d-9746-ccd05a0fc591" providerId="AD" clId="Web-{00000000-0000-0000-0000-000000000000}" dt="2026-10-18T04:50:58.934" v="548"/>
          <ac:spMkLst>
            <pc:docMk/>
            <pc:sldMk cId="2131996990" sldId="275"/>
            <ac:spMk id="25" creationId="{00000000-0000-0000-0000-000000000000}"/>
          </ac:spMkLst>
        </pc:spChg>
      </pc:sldChg>
    </pc:docChg>
  </pc:docChgLst>
  <pc:docChgLst>
    <pc:chgData name="LYU Jiayi" userId="S::jiayilyu3@ln.hk::2e83a2cf-eacd-4f2d-9746-ccd05a0fc591" providerId="AD" clId="Web-{67CC418A-825D-03D8-E5BF-26C3735CC37F}"/>
    <pc:docChg chg="modSld">
      <pc:chgData name="LYU Jiayi" userId="S::jiayilyu3@ln.hk::2e83a2cf-eacd-4f2d-9746-ccd05a0fc591" providerId="AD" clId="Web-{67CC418A-825D-03D8-E5BF-26C3735CC37F}" dt="2026-10-18T06:08:51.296" v="87" actId="1076"/>
      <pc:docMkLst>
        <pc:docMk/>
      </pc:docMkLst>
      <pc:sldChg chg="addSp modSp">
        <pc:chgData name="LYU Jiayi" userId="S::jiayilyu3@ln.hk::2e83a2cf-eacd-4f2d-9746-ccd05a0fc591" providerId="AD" clId="Web-{67CC418A-825D-03D8-E5BF-26C3735CC37F}" dt="2026-10-18T06:00:28.246" v="14" actId="1076"/>
        <pc:sldMkLst>
          <pc:docMk/>
          <pc:sldMk cId="963270841" sldId="271"/>
        </pc:sldMkLst>
        <pc:picChg chg="add mod">
          <ac:chgData name="LYU Jiayi" userId="S::jiayilyu3@ln.hk::2e83a2cf-eacd-4f2d-9746-ccd05a0fc591" providerId="AD" clId="Web-{67CC418A-825D-03D8-E5BF-26C3735CC37F}" dt="2026-10-18T05:59:13.527" v="7" actId="1076"/>
          <ac:picMkLst>
            <pc:docMk/>
            <pc:sldMk cId="963270841" sldId="271"/>
            <ac:picMk id="12" creationId="{8E732045-4F5F-ABF9-7568-F7C56A4CA9D4}"/>
          </ac:picMkLst>
        </pc:picChg>
        <pc:picChg chg="add mod">
          <ac:chgData name="LYU Jiayi" userId="S::jiayilyu3@ln.hk::2e83a2cf-eacd-4f2d-9746-ccd05a0fc591" providerId="AD" clId="Web-{67CC418A-825D-03D8-E5BF-26C3735CC37F}" dt="2026-10-18T06:00:28.246" v="14" actId="1076"/>
          <ac:picMkLst>
            <pc:docMk/>
            <pc:sldMk cId="963270841" sldId="271"/>
            <ac:picMk id="20" creationId="{9122C80C-34FC-C5AA-FBD9-5FA7521A7F5D}"/>
          </ac:picMkLst>
        </pc:picChg>
      </pc:sldChg>
      <pc:sldChg chg="addSp delSp modSp">
        <pc:chgData name="LYU Jiayi" userId="S::jiayilyu3@ln.hk::2e83a2cf-eacd-4f2d-9746-ccd05a0fc591" providerId="AD" clId="Web-{67CC418A-825D-03D8-E5BF-26C3735CC37F}" dt="2026-10-18T06:05:38.607" v="49" actId="1076"/>
        <pc:sldMkLst>
          <pc:docMk/>
          <pc:sldMk cId="3547430090" sldId="272"/>
        </pc:sldMkLst>
        <pc:spChg chg="mod">
          <ac:chgData name="LYU Jiayi" userId="S::jiayilyu3@ln.hk::2e83a2cf-eacd-4f2d-9746-ccd05a0fc591" providerId="AD" clId="Web-{67CC418A-825D-03D8-E5BF-26C3735CC37F}" dt="2026-10-18T06:04:01.654" v="35" actId="1076"/>
          <ac:spMkLst>
            <pc:docMk/>
            <pc:sldMk cId="3547430090" sldId="272"/>
            <ac:spMk id="2" creationId="{00000000-0000-0000-0000-000000000000}"/>
          </ac:spMkLst>
        </pc:spChg>
        <pc:spChg chg="mod">
          <ac:chgData name="LYU Jiayi" userId="S::jiayilyu3@ln.hk::2e83a2cf-eacd-4f2d-9746-ccd05a0fc591" providerId="AD" clId="Web-{67CC418A-825D-03D8-E5BF-26C3735CC37F}" dt="2026-10-18T06:04:01.669" v="36" actId="1076"/>
          <ac:spMkLst>
            <pc:docMk/>
            <pc:sldMk cId="3547430090" sldId="272"/>
            <ac:spMk id="8" creationId="{00000000-0000-0000-0000-000000000000}"/>
          </ac:spMkLst>
        </pc:spChg>
        <pc:spChg chg="mod">
          <ac:chgData name="LYU Jiayi" userId="S::jiayilyu3@ln.hk::2e83a2cf-eacd-4f2d-9746-ccd05a0fc591" providerId="AD" clId="Web-{67CC418A-825D-03D8-E5BF-26C3735CC37F}" dt="2026-10-18T06:04:01.669" v="37" actId="1076"/>
          <ac:spMkLst>
            <pc:docMk/>
            <pc:sldMk cId="3547430090" sldId="272"/>
            <ac:spMk id="9" creationId="{00000000-0000-0000-0000-000000000000}"/>
          </ac:spMkLst>
        </pc:spChg>
        <pc:picChg chg="add del mod">
          <ac:chgData name="LYU Jiayi" userId="S::jiayilyu3@ln.hk::2e83a2cf-eacd-4f2d-9746-ccd05a0fc591" providerId="AD" clId="Web-{67CC418A-825D-03D8-E5BF-26C3735CC37F}" dt="2026-10-18T06:01:46.059" v="19"/>
          <ac:picMkLst>
            <pc:docMk/>
            <pc:sldMk cId="3547430090" sldId="272"/>
            <ac:picMk id="6" creationId="{A54D158B-ACE2-5A5F-4934-D1C536F40F22}"/>
          </ac:picMkLst>
        </pc:picChg>
        <pc:picChg chg="add mod ord">
          <ac:chgData name="LYU Jiayi" userId="S::jiayilyu3@ln.hk::2e83a2cf-eacd-4f2d-9746-ccd05a0fc591" providerId="AD" clId="Web-{67CC418A-825D-03D8-E5BF-26C3735CC37F}" dt="2026-10-18T06:02:20.887" v="26" actId="1076"/>
          <ac:picMkLst>
            <pc:docMk/>
            <pc:sldMk cId="3547430090" sldId="272"/>
            <ac:picMk id="16" creationId="{4C5F1DAF-6007-57C5-96C9-6EE9EF7FE754}"/>
          </ac:picMkLst>
        </pc:picChg>
        <pc:picChg chg="add del mod">
          <ac:chgData name="LYU Jiayi" userId="S::jiayilyu3@ln.hk::2e83a2cf-eacd-4f2d-9746-ccd05a0fc591" providerId="AD" clId="Web-{67CC418A-825D-03D8-E5BF-26C3735CC37F}" dt="2026-10-18T06:03:43.966" v="33"/>
          <ac:picMkLst>
            <pc:docMk/>
            <pc:sldMk cId="3547430090" sldId="272"/>
            <ac:picMk id="18" creationId="{9663CFB5-EBD4-9665-023B-F579318EAD95}"/>
          </ac:picMkLst>
        </pc:picChg>
        <pc:picChg chg="add del mod ord">
          <ac:chgData name="LYU Jiayi" userId="S::jiayilyu3@ln.hk::2e83a2cf-eacd-4f2d-9746-ccd05a0fc591" providerId="AD" clId="Web-{67CC418A-825D-03D8-E5BF-26C3735CC37F}" dt="2026-10-18T06:05:31.295" v="46"/>
          <ac:picMkLst>
            <pc:docMk/>
            <pc:sldMk cId="3547430090" sldId="272"/>
            <ac:picMk id="20" creationId="{6827CD41-980D-E265-7248-255F4C94F6DB}"/>
          </ac:picMkLst>
        </pc:picChg>
        <pc:picChg chg="add mod ord">
          <ac:chgData name="LYU Jiayi" userId="S::jiayilyu3@ln.hk::2e83a2cf-eacd-4f2d-9746-ccd05a0fc591" providerId="AD" clId="Web-{67CC418A-825D-03D8-E5BF-26C3735CC37F}" dt="2026-10-18T06:05:38.607" v="49" actId="1076"/>
          <ac:picMkLst>
            <pc:docMk/>
            <pc:sldMk cId="3547430090" sldId="272"/>
            <ac:picMk id="21" creationId="{B9B88220-16FC-ACA2-6BE7-DFEA402B759C}"/>
          </ac:picMkLst>
        </pc:picChg>
      </pc:sldChg>
      <pc:sldChg chg="addSp delSp modSp">
        <pc:chgData name="LYU Jiayi" userId="S::jiayilyu3@ln.hk::2e83a2cf-eacd-4f2d-9746-ccd05a0fc591" providerId="AD" clId="Web-{67CC418A-825D-03D8-E5BF-26C3735CC37F}" dt="2026-10-18T06:08:51.296" v="87" actId="1076"/>
        <pc:sldMkLst>
          <pc:docMk/>
          <pc:sldMk cId="2298464370" sldId="273"/>
        </pc:sldMkLst>
        <pc:spChg chg="mod">
          <ac:chgData name="LYU Jiayi" userId="S::jiayilyu3@ln.hk::2e83a2cf-eacd-4f2d-9746-ccd05a0fc591" providerId="AD" clId="Web-{67CC418A-825D-03D8-E5BF-26C3735CC37F}" dt="2026-10-18T06:07:13.952" v="60" actId="1076"/>
          <ac:spMkLst>
            <pc:docMk/>
            <pc:sldMk cId="2298464370" sldId="273"/>
            <ac:spMk id="2" creationId="{00000000-0000-0000-0000-000000000000}"/>
          </ac:spMkLst>
        </pc:spChg>
        <pc:spChg chg="mod">
          <ac:chgData name="LYU Jiayi" userId="S::jiayilyu3@ln.hk::2e83a2cf-eacd-4f2d-9746-ccd05a0fc591" providerId="AD" clId="Web-{67CC418A-825D-03D8-E5BF-26C3735CC37F}" dt="2026-10-18T06:07:13.967" v="61" actId="1076"/>
          <ac:spMkLst>
            <pc:docMk/>
            <pc:sldMk cId="2298464370" sldId="273"/>
            <ac:spMk id="3" creationId="{00000000-0000-0000-0000-000000000000}"/>
          </ac:spMkLst>
        </pc:spChg>
        <pc:spChg chg="mod">
          <ac:chgData name="LYU Jiayi" userId="S::jiayilyu3@ln.hk::2e83a2cf-eacd-4f2d-9746-ccd05a0fc591" providerId="AD" clId="Web-{67CC418A-825D-03D8-E5BF-26C3735CC37F}" dt="2026-10-18T06:07:13.983" v="62" actId="1076"/>
          <ac:spMkLst>
            <pc:docMk/>
            <pc:sldMk cId="2298464370" sldId="273"/>
            <ac:spMk id="4" creationId="{00000000-0000-0000-0000-000000000000}"/>
          </ac:spMkLst>
        </pc:spChg>
        <pc:spChg chg="mod">
          <ac:chgData name="LYU Jiayi" userId="S::jiayilyu3@ln.hk::2e83a2cf-eacd-4f2d-9746-ccd05a0fc591" providerId="AD" clId="Web-{67CC418A-825D-03D8-E5BF-26C3735CC37F}" dt="2026-10-18T06:07:14.030" v="68" actId="1076"/>
          <ac:spMkLst>
            <pc:docMk/>
            <pc:sldMk cId="2298464370" sldId="273"/>
            <ac:spMk id="13" creationId="{00000000-0000-0000-0000-000000000000}"/>
          </ac:spMkLst>
        </pc:spChg>
        <pc:spChg chg="mod">
          <ac:chgData name="LYU Jiayi" userId="S::jiayilyu3@ln.hk::2e83a2cf-eacd-4f2d-9746-ccd05a0fc591" providerId="AD" clId="Web-{67CC418A-825D-03D8-E5BF-26C3735CC37F}" dt="2026-10-18T06:07:14.045" v="69" actId="1076"/>
          <ac:spMkLst>
            <pc:docMk/>
            <pc:sldMk cId="2298464370" sldId="273"/>
            <ac:spMk id="14" creationId="{00000000-0000-0000-0000-000000000000}"/>
          </ac:spMkLst>
        </pc:spChg>
        <pc:spChg chg="mod">
          <ac:chgData name="LYU Jiayi" userId="S::jiayilyu3@ln.hk::2e83a2cf-eacd-4f2d-9746-ccd05a0fc591" providerId="AD" clId="Web-{67CC418A-825D-03D8-E5BF-26C3735CC37F}" dt="2026-10-18T06:07:14.045" v="70" actId="1076"/>
          <ac:spMkLst>
            <pc:docMk/>
            <pc:sldMk cId="2298464370" sldId="273"/>
            <ac:spMk id="15" creationId="{00000000-0000-0000-0000-000000000000}"/>
          </ac:spMkLst>
        </pc:spChg>
        <pc:spChg chg="mod">
          <ac:chgData name="LYU Jiayi" userId="S::jiayilyu3@ln.hk::2e83a2cf-eacd-4f2d-9746-ccd05a0fc591" providerId="AD" clId="Web-{67CC418A-825D-03D8-E5BF-26C3735CC37F}" dt="2026-10-18T06:07:14.061" v="71" actId="1076"/>
          <ac:spMkLst>
            <pc:docMk/>
            <pc:sldMk cId="2298464370" sldId="273"/>
            <ac:spMk id="16" creationId="{00000000-0000-0000-0000-000000000000}"/>
          </ac:spMkLst>
        </pc:spChg>
        <pc:spChg chg="mod">
          <ac:chgData name="LYU Jiayi" userId="S::jiayilyu3@ln.hk::2e83a2cf-eacd-4f2d-9746-ccd05a0fc591" providerId="AD" clId="Web-{67CC418A-825D-03D8-E5BF-26C3735CC37F}" dt="2026-10-18T06:07:14.061" v="72" actId="1076"/>
          <ac:spMkLst>
            <pc:docMk/>
            <pc:sldMk cId="2298464370" sldId="273"/>
            <ac:spMk id="17" creationId="{00000000-0000-0000-0000-000000000000}"/>
          </ac:spMkLst>
        </pc:spChg>
        <pc:spChg chg="mod">
          <ac:chgData name="LYU Jiayi" userId="S::jiayilyu3@ln.hk::2e83a2cf-eacd-4f2d-9746-ccd05a0fc591" providerId="AD" clId="Web-{67CC418A-825D-03D8-E5BF-26C3735CC37F}" dt="2026-10-18T06:07:14.077" v="73" actId="1076"/>
          <ac:spMkLst>
            <pc:docMk/>
            <pc:sldMk cId="2298464370" sldId="273"/>
            <ac:spMk id="18" creationId="{00000000-0000-0000-0000-000000000000}"/>
          </ac:spMkLst>
        </pc:spChg>
        <pc:spChg chg="mod">
          <ac:chgData name="LYU Jiayi" userId="S::jiayilyu3@ln.hk::2e83a2cf-eacd-4f2d-9746-ccd05a0fc591" providerId="AD" clId="Web-{67CC418A-825D-03D8-E5BF-26C3735CC37F}" dt="2026-10-18T06:07:06.983" v="58" actId="1076"/>
          <ac:spMkLst>
            <pc:docMk/>
            <pc:sldMk cId="2298464370" sldId="273"/>
            <ac:spMk id="25" creationId="{4DF255E7-98D0-D419-F3BC-C81B9528552E}"/>
          </ac:spMkLst>
        </pc:spChg>
        <pc:spChg chg="mod">
          <ac:chgData name="LYU Jiayi" userId="S::jiayilyu3@ln.hk::2e83a2cf-eacd-4f2d-9746-ccd05a0fc591" providerId="AD" clId="Web-{67CC418A-825D-03D8-E5BF-26C3735CC37F}" dt="2026-10-18T06:06:10.982" v="51" actId="1076"/>
          <ac:spMkLst>
            <pc:docMk/>
            <pc:sldMk cId="2298464370" sldId="273"/>
            <ac:spMk id="27" creationId="{12D172D1-7CAA-A6ED-F5A4-9B90543AF748}"/>
          </ac:spMkLst>
        </pc:spChg>
        <pc:grpChg chg="mod">
          <ac:chgData name="LYU Jiayi" userId="S::jiayilyu3@ln.hk::2e83a2cf-eacd-4f2d-9746-ccd05a0fc591" providerId="AD" clId="Web-{67CC418A-825D-03D8-E5BF-26C3735CC37F}" dt="2026-10-18T06:07:13.999" v="65" actId="1076"/>
          <ac:grpSpMkLst>
            <pc:docMk/>
            <pc:sldMk cId="2298464370" sldId="273"/>
            <ac:grpSpMk id="21" creationId="{FB15E576-CDA1-1637-D39A-3794769C7E9F}"/>
          </ac:grpSpMkLst>
        </pc:grpChg>
        <pc:picChg chg="mod">
          <ac:chgData name="LYU Jiayi" userId="S::jiayilyu3@ln.hk::2e83a2cf-eacd-4f2d-9746-ccd05a0fc591" providerId="AD" clId="Web-{67CC418A-825D-03D8-E5BF-26C3735CC37F}" dt="2026-10-18T06:07:13.983" v="63" actId="1076"/>
          <ac:picMkLst>
            <pc:docMk/>
            <pc:sldMk cId="2298464370" sldId="273"/>
            <ac:picMk id="6" creationId="{00000000-0000-0000-0000-000000000000}"/>
          </ac:picMkLst>
        </pc:picChg>
        <pc:picChg chg="mod">
          <ac:chgData name="LYU Jiayi" userId="S::jiayilyu3@ln.hk::2e83a2cf-eacd-4f2d-9746-ccd05a0fc591" providerId="AD" clId="Web-{67CC418A-825D-03D8-E5BF-26C3735CC37F}" dt="2026-10-18T06:07:13.999" v="64" actId="1076"/>
          <ac:picMkLst>
            <pc:docMk/>
            <pc:sldMk cId="2298464370" sldId="273"/>
            <ac:picMk id="7" creationId="{00000000-0000-0000-0000-000000000000}"/>
          </ac:picMkLst>
        </pc:picChg>
        <pc:picChg chg="mod">
          <ac:chgData name="LYU Jiayi" userId="S::jiayilyu3@ln.hk::2e83a2cf-eacd-4f2d-9746-ccd05a0fc591" providerId="AD" clId="Web-{67CC418A-825D-03D8-E5BF-26C3735CC37F}" dt="2026-10-18T06:07:14.014" v="66" actId="1076"/>
          <ac:picMkLst>
            <pc:docMk/>
            <pc:sldMk cId="2298464370" sldId="273"/>
            <ac:picMk id="9" creationId="{00000000-0000-0000-0000-000000000000}"/>
          </ac:picMkLst>
        </pc:picChg>
        <pc:picChg chg="mod">
          <ac:chgData name="LYU Jiayi" userId="S::jiayilyu3@ln.hk::2e83a2cf-eacd-4f2d-9746-ccd05a0fc591" providerId="AD" clId="Web-{67CC418A-825D-03D8-E5BF-26C3735CC37F}" dt="2026-10-18T06:07:14.014" v="67" actId="1076"/>
          <ac:picMkLst>
            <pc:docMk/>
            <pc:sldMk cId="2298464370" sldId="273"/>
            <ac:picMk id="10" creationId="{00000000-0000-0000-0000-000000000000}"/>
          </ac:picMkLst>
        </pc:picChg>
        <pc:picChg chg="add del mod">
          <ac:chgData name="LYU Jiayi" userId="S::jiayilyu3@ln.hk::2e83a2cf-eacd-4f2d-9746-ccd05a0fc591" providerId="AD" clId="Web-{67CC418A-825D-03D8-E5BF-26C3735CC37F}" dt="2026-10-18T05:59:06.230" v="5"/>
          <ac:picMkLst>
            <pc:docMk/>
            <pc:sldMk cId="2298464370" sldId="273"/>
            <ac:picMk id="11" creationId="{EEB293E9-01CB-A30D-4DEF-40A3A1DC1E64}"/>
          </ac:picMkLst>
        </pc:picChg>
        <pc:picChg chg="add del mod">
          <ac:chgData name="LYU Jiayi" userId="S::jiayilyu3@ln.hk::2e83a2cf-eacd-4f2d-9746-ccd05a0fc591" providerId="AD" clId="Web-{67CC418A-825D-03D8-E5BF-26C3735CC37F}" dt="2026-10-18T06:00:18.699" v="10"/>
          <ac:picMkLst>
            <pc:docMk/>
            <pc:sldMk cId="2298464370" sldId="273"/>
            <ac:picMk id="19" creationId="{5181DF74-245C-0BCA-5442-593FB43758C6}"/>
          </ac:picMkLst>
        </pc:picChg>
        <pc:picChg chg="add mod ord">
          <ac:chgData name="LYU Jiayi" userId="S::jiayilyu3@ln.hk::2e83a2cf-eacd-4f2d-9746-ccd05a0fc591" providerId="AD" clId="Web-{67CC418A-825D-03D8-E5BF-26C3735CC37F}" dt="2026-10-18T06:07:22.280" v="77" actId="14100"/>
          <ac:picMkLst>
            <pc:docMk/>
            <pc:sldMk cId="2298464370" sldId="273"/>
            <ac:picMk id="20" creationId="{C63D875A-8FC9-284A-5011-09D174598DE1}"/>
          </ac:picMkLst>
        </pc:picChg>
        <pc:picChg chg="add mod ord">
          <ac:chgData name="LYU Jiayi" userId="S::jiayilyu3@ln.hk::2e83a2cf-eacd-4f2d-9746-ccd05a0fc591" providerId="AD" clId="Web-{67CC418A-825D-03D8-E5BF-26C3735CC37F}" dt="2026-10-18T06:08:48.093" v="86" actId="1076"/>
          <ac:picMkLst>
            <pc:docMk/>
            <pc:sldMk cId="2298464370" sldId="273"/>
            <ac:picMk id="22" creationId="{2649ADD4-9BB7-BF1E-B045-82525CE8BB11}"/>
          </ac:picMkLst>
        </pc:picChg>
        <pc:picChg chg="add mod">
          <ac:chgData name="LYU Jiayi" userId="S::jiayilyu3@ln.hk::2e83a2cf-eacd-4f2d-9746-ccd05a0fc591" providerId="AD" clId="Web-{67CC418A-825D-03D8-E5BF-26C3735CC37F}" dt="2026-10-18T06:08:51.296" v="87" actId="1076"/>
          <ac:picMkLst>
            <pc:docMk/>
            <pc:sldMk cId="2298464370" sldId="273"/>
            <ac:picMk id="23" creationId="{4EE8FCD5-BD10-698E-CAAA-202547485076}"/>
          </ac:picMkLst>
        </pc:picChg>
      </pc:sldChg>
    </pc:docChg>
  </pc:docChgLst>
  <pc:docChgLst>
    <pc:chgData name="SONG Liangyun" userId="S::liangyunsong@ln.hk::8b868967-68e8-4a5a-9e16-2e0035adea16" providerId="AD" clId="Web-{00000000-0000-0000-0000-000000000000}"/>
    <pc:docChg chg="modSld">
      <pc:chgData name="SONG Liangyun" userId="S::liangyunsong@ln.hk::8b868967-68e8-4a5a-9e16-2e0035adea16" providerId="AD" clId="Web-{00000000-0000-0000-0000-000000000000}" dt="2026-10-19T15:42:18.672" v="6" actId="20577"/>
      <pc:docMkLst>
        <pc:docMk/>
      </pc:docMkLst>
      <pc:sldChg chg="modSp">
        <pc:chgData name="SONG Liangyun" userId="S::liangyunsong@ln.hk::8b868967-68e8-4a5a-9e16-2e0035adea16" providerId="AD" clId="Web-{00000000-0000-0000-0000-000000000000}" dt="2026-10-19T15:42:05.999" v="3" actId="20577"/>
        <pc:sldMkLst>
          <pc:docMk/>
          <pc:sldMk cId="1989944713" sldId="256"/>
        </pc:sldMkLst>
        <pc:spChg chg="mod">
          <ac:chgData name="SONG Liangyun" userId="S::liangyunsong@ln.hk::8b868967-68e8-4a5a-9e16-2e0035adea16" providerId="AD" clId="Web-{00000000-0000-0000-0000-000000000000}" dt="2026-10-19T15:42:05.999" v="3" actId="20577"/>
          <ac:spMkLst>
            <pc:docMk/>
            <pc:sldMk cId="1989944713" sldId="256"/>
            <ac:spMk id="17" creationId="{21C7CAA4-7BD8-F404-1C32-C79444DF9660}"/>
          </ac:spMkLst>
        </pc:spChg>
      </pc:sldChg>
      <pc:sldChg chg="modSp">
        <pc:chgData name="SONG Liangyun" userId="S::liangyunsong@ln.hk::8b868967-68e8-4a5a-9e16-2e0035adea16" providerId="AD" clId="Web-{00000000-0000-0000-0000-000000000000}" dt="2026-10-19T15:42:10.374" v="4" actId="20577"/>
        <pc:sldMkLst>
          <pc:docMk/>
          <pc:sldMk cId="1212523211" sldId="285"/>
        </pc:sldMkLst>
        <pc:spChg chg="mod">
          <ac:chgData name="SONG Liangyun" userId="S::liangyunsong@ln.hk::8b868967-68e8-4a5a-9e16-2e0035adea16" providerId="AD" clId="Web-{00000000-0000-0000-0000-000000000000}" dt="2026-10-19T15:42:10.374" v="4" actId="20577"/>
          <ac:spMkLst>
            <pc:docMk/>
            <pc:sldMk cId="1212523211" sldId="285"/>
            <ac:spMk id="11" creationId="{25C28F3A-5945-45CE-177E-655DD65ADB37}"/>
          </ac:spMkLst>
        </pc:spChg>
      </pc:sldChg>
      <pc:sldChg chg="modSp">
        <pc:chgData name="SONG Liangyun" userId="S::liangyunsong@ln.hk::8b868967-68e8-4a5a-9e16-2e0035adea16" providerId="AD" clId="Web-{00000000-0000-0000-0000-000000000000}" dt="2026-10-19T15:42:14.218" v="5" actId="20577"/>
        <pc:sldMkLst>
          <pc:docMk/>
          <pc:sldMk cId="1736553734" sldId="286"/>
        </pc:sldMkLst>
        <pc:spChg chg="mod">
          <ac:chgData name="SONG Liangyun" userId="S::liangyunsong@ln.hk::8b868967-68e8-4a5a-9e16-2e0035adea16" providerId="AD" clId="Web-{00000000-0000-0000-0000-000000000000}" dt="2026-10-19T15:42:14.218" v="5" actId="20577"/>
          <ac:spMkLst>
            <pc:docMk/>
            <pc:sldMk cId="1736553734" sldId="286"/>
            <ac:spMk id="15" creationId="{999C9694-6D1D-E334-4EEF-F2D6A0D89F7F}"/>
          </ac:spMkLst>
        </pc:spChg>
      </pc:sldChg>
      <pc:sldChg chg="modSp">
        <pc:chgData name="SONG Liangyun" userId="S::liangyunsong@ln.hk::8b868967-68e8-4a5a-9e16-2e0035adea16" providerId="AD" clId="Web-{00000000-0000-0000-0000-000000000000}" dt="2026-10-19T15:42:18.672" v="6" actId="20577"/>
        <pc:sldMkLst>
          <pc:docMk/>
          <pc:sldMk cId="4048143232" sldId="287"/>
        </pc:sldMkLst>
        <pc:spChg chg="mod">
          <ac:chgData name="SONG Liangyun" userId="S::liangyunsong@ln.hk::8b868967-68e8-4a5a-9e16-2e0035adea16" providerId="AD" clId="Web-{00000000-0000-0000-0000-000000000000}" dt="2026-10-19T15:42:18.672" v="6" actId="20577"/>
          <ac:spMkLst>
            <pc:docMk/>
            <pc:sldMk cId="4048143232" sldId="287"/>
            <ac:spMk id="13" creationId="{7055BC2A-22E0-CD37-398D-9D7816ED80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sym typeface="+mn-ea"/>
              </a:rPr>
              <a:t>Now</a:t>
            </a:r>
            <a:r>
              <a:rPr lang="zh-CN" altLang="en-US">
                <a:sym typeface="+mn-ea"/>
              </a:rPr>
              <a:t>，</a:t>
            </a:r>
            <a:r>
              <a:rPr lang="en-US" altLang="zh-CN">
                <a:sym typeface="+mn-ea"/>
              </a:rPr>
              <a:t> I’ll present a strategic SWOT analysis of IKEA’s global supply chain. We will evaluate how IKEA leverages flat-pack design, global flows, and circular models to maintain its competitive edge in a fast-changing market.</a:t>
            </a:r>
            <a:endParaRPr lang="en-US" altLang="zh-C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r>
              <a:rPr lang="en-US" altLang="zh-CN"/>
              <a:t>At IKEA, design is the supply chain. Take the iconic BILLY bookcase as an example. Its flat-pack design reduces packaging volume to just 20% to 30% of the original size. This reduces truck requirements from 50 down to 10 for every 10,000 units. Cost leadership is built right at the design stage.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sym typeface="+mn-ea"/>
              </a:rPr>
              <a:t>Now</a:t>
            </a:r>
            <a:r>
              <a:rPr lang="zh-CN" altLang="en-US">
                <a:sym typeface="+mn-ea"/>
              </a:rPr>
              <a:t>，</a:t>
            </a:r>
            <a:r>
              <a:rPr lang="en-US" altLang="zh-CN">
                <a:sym typeface="+mn-ea"/>
              </a:rPr>
              <a:t> I’ll present a strategic SWOT analysis of IKEA’s global supply chain. We will evaluate how IKEA leverages flat-pack design, global flows, and circular models to maintain its competitive edge in a fast-changing market.</a:t>
            </a:r>
            <a:endParaRPr lang="en-US" altLang="zh-C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Before diving into details, here is an bird's-eye view of IKEA’s SWOT profile. I will now walk you through these four dimensions one by one, starting with its core Strengths.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r>
              <a:rPr lang="en-US" altLang="zh-CN"/>
              <a:t>At IKEA, design is the supply chain. Take the iconic BILLY bookcase as an example. Its flat-pack design reduces packaging volume to just 20% to 30% of the original size. This reduces truck requirements from 50 down to 10 for every 10,000 units. Cost leadership is built right at the design stage.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r>
              <a:rPr lang="en-US" altLang="zh-CN"/>
              <a:t>On the weakness side, IKEA faces two major challenges. First, its network was built for bulk pallet transport and customer self-pickup, making last-mile home delivery expensive and slow. Second, managing thousands of suppliers across multiple tiers creates compliance blind spots and tracebility risks.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r>
              <a:rPr lang="en-US" altLang="zh-CN"/>
              <a:t>For opportunities, IKEA is adapting through two key innovations. First, it is launching urban planning studios paired with micro-fulfillment centers, or MFCs, to speed up local delivery. Second, through its 'Buy Back &amp; Resell' program, IKEA converts one-time sales into full lifecycle customer value.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r>
              <a:rPr lang="en-US" altLang="zh-CN"/>
              <a:t>Turning to external threats, geopolitical shocks remain critical. For instance, the Red Sea crisis forced ships to reroute around the Cape of Good Hope, adding 10 to 14 days to lead times and driving up freight costs. At the same time, volatile wood and metal prices continue to squeeze profit margins.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r>
              <a:rPr lang="en-US" altLang="zh-CN"/>
              <a:t>To address these issues, we propose four strategic priorities: first, redesign fulfillment with urban MFCs; second, digitize supply chain decisions with AI demand sensing; third, diversify sourcing and routes to hedge disruption risks; and fourth, scale circular operations to close the supply chain loop.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sym typeface="+mn-ea"/>
              </a:rPr>
              <a:t>In conclusion, IKEA’s foundational low-cost model remains robust, but future growth relies on omnichannel efficiency and resilience. The ultimate goal is to maintain affordability while embedding speed, transparency, and circularity into the network. </a:t>
            </a:r>
            <a:endParaRPr lang="en-US" altLang="zh-C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43885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1.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13.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2.jpeg"/><Relationship Id="rId5" Type="http://schemas.openxmlformats.org/officeDocument/2006/relationships/tags" Target="../tags/tag17.xml"/><Relationship Id="rId10" Type="http://schemas.openxmlformats.org/officeDocument/2006/relationships/slideLayout" Target="../slideLayouts/slideLayout1.xml"/><Relationship Id="rId4" Type="http://schemas.openxmlformats.org/officeDocument/2006/relationships/tags" Target="../tags/tag16.xml"/><Relationship Id="rId9" Type="http://schemas.openxmlformats.org/officeDocument/2006/relationships/tags" Target="../tags/tag21.xml"/></Relationships>
</file>

<file path=ppt/slides/_rels/slide5.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image" Target="../media/image14.png"/><Relationship Id="rId3" Type="http://schemas.openxmlformats.org/officeDocument/2006/relationships/tags" Target="../tags/tag24.xml"/><Relationship Id="rId21" Type="http://schemas.openxmlformats.org/officeDocument/2006/relationships/image" Target="../media/image17.jpeg"/><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slideLayout" Target="../slideLayouts/slideLayout1.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image" Target="../media/image16.pn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tags" Target="../tags/tag36.xml"/><Relationship Id="rId10" Type="http://schemas.openxmlformats.org/officeDocument/2006/relationships/tags" Target="../tags/tag31.xml"/><Relationship Id="rId19" Type="http://schemas.openxmlformats.org/officeDocument/2006/relationships/image" Target="../media/image15.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18" Type="http://schemas.openxmlformats.org/officeDocument/2006/relationships/tags" Target="../tags/tag55.xml"/><Relationship Id="rId3" Type="http://schemas.openxmlformats.org/officeDocument/2006/relationships/tags" Target="../tags/tag40.xml"/><Relationship Id="rId21" Type="http://schemas.openxmlformats.org/officeDocument/2006/relationships/slideLayout" Target="../slideLayouts/slideLayout1.xml"/><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tags" Target="../tags/tag54.xml"/><Relationship Id="rId2" Type="http://schemas.openxmlformats.org/officeDocument/2006/relationships/tags" Target="../tags/tag39.xml"/><Relationship Id="rId16" Type="http://schemas.openxmlformats.org/officeDocument/2006/relationships/tags" Target="../tags/tag53.xml"/><Relationship Id="rId20" Type="http://schemas.openxmlformats.org/officeDocument/2006/relationships/tags" Target="../tags/tag57.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tags" Target="../tags/tag52.xml"/><Relationship Id="rId10" Type="http://schemas.openxmlformats.org/officeDocument/2006/relationships/tags" Target="../tags/tag47.xml"/><Relationship Id="rId19" Type="http://schemas.openxmlformats.org/officeDocument/2006/relationships/tags" Target="../tags/tag56.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 Id="rId2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slideLayout" Target="../slideLayouts/slideLayout1.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image" Target="../media/image11.png"/><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image" Target="../media/image33.png"/><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notesSlide" Target="../notesSlides/notesSlide7.xml"/><Relationship Id="rId2" Type="http://schemas.openxmlformats.org/officeDocument/2006/relationships/tags" Target="../tags/tag71.xml"/><Relationship Id="rId16" Type="http://schemas.openxmlformats.org/officeDocument/2006/relationships/image" Target="../media/image36.jpeg"/><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slideLayout" Target="../slideLayouts/slideLayout1.xml"/><Relationship Id="rId5" Type="http://schemas.openxmlformats.org/officeDocument/2006/relationships/tags" Target="../tags/tag74.xml"/><Relationship Id="rId15" Type="http://schemas.openxmlformats.org/officeDocument/2006/relationships/image" Target="../media/image35.jpeg"/><Relationship Id="rId10" Type="http://schemas.openxmlformats.org/officeDocument/2006/relationships/tags" Target="../tags/tag79.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slideLayout" Target="../slideLayouts/slideLayout1.xml"/><Relationship Id="rId3" Type="http://schemas.openxmlformats.org/officeDocument/2006/relationships/tags" Target="../tags/tag82.xml"/><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image" Target="../media/image39.jpeg"/><Relationship Id="rId2" Type="http://schemas.openxmlformats.org/officeDocument/2006/relationships/tags" Target="../tags/tag81.xml"/><Relationship Id="rId16" Type="http://schemas.openxmlformats.org/officeDocument/2006/relationships/image" Target="../media/image38.jpe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5" Type="http://schemas.openxmlformats.org/officeDocument/2006/relationships/tags" Target="../tags/tag84.xml"/><Relationship Id="rId15" Type="http://schemas.openxmlformats.org/officeDocument/2006/relationships/image" Target="../media/image37.png"/><Relationship Id="rId10" Type="http://schemas.openxmlformats.org/officeDocument/2006/relationships/tags" Target="../tags/tag89.xml"/><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Layout" Target="../slideLayouts/slideLayout1.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6" Type="http://schemas.openxmlformats.org/officeDocument/2006/relationships/image" Target="../media/image41.jpeg"/><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image" Target="../media/image40.jpeg"/><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18" Type="http://schemas.openxmlformats.org/officeDocument/2006/relationships/notesSlide" Target="../notesSlides/notesSlide10.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slideLayout" Target="../slideLayouts/slideLayout1.xml"/><Relationship Id="rId2" Type="http://schemas.openxmlformats.org/officeDocument/2006/relationships/tags" Target="../tags/tag105.xml"/><Relationship Id="rId16" Type="http://schemas.openxmlformats.org/officeDocument/2006/relationships/tags" Target="../tags/tag119.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tags" Target="../tags/tag118.xml"/><Relationship Id="rId10" Type="http://schemas.openxmlformats.org/officeDocument/2006/relationships/tags" Target="../tags/tag113.xml"/><Relationship Id="rId19" Type="http://schemas.openxmlformats.org/officeDocument/2006/relationships/image" Target="../media/image42.png"/><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c73df1b599.png"/>
          <p:cNvPicPr>
            <a:picLocks noChangeAspect="1"/>
          </p:cNvPicPr>
          <p:nvPr/>
        </p:nvPicPr>
        <p:blipFill>
          <a:blip r:embed="rId3"/>
          <a:stretch>
            <a:fillRect/>
          </a:stretch>
        </p:blipFill>
        <p:spPr>
          <a:xfrm>
            <a:off x="0" y="0"/>
            <a:ext cx="5916168" cy="6858000"/>
          </a:xfrm>
          <a:prstGeom prst="rect">
            <a:avLst/>
          </a:prstGeom>
        </p:spPr>
      </p:pic>
      <p:sp>
        <p:nvSpPr>
          <p:cNvPr id="3" name="Shape 0"/>
          <p:cNvSpPr/>
          <p:nvPr/>
        </p:nvSpPr>
        <p:spPr>
          <a:xfrm>
            <a:off x="6400800" y="0"/>
            <a:ext cx="5788152" cy="6858000"/>
          </a:xfrm>
          <a:prstGeom prst="rect">
            <a:avLst/>
          </a:prstGeom>
          <a:solidFill>
            <a:srgbClr val="FFFDF8"/>
          </a:solidFill>
          <a:ln w="12700">
            <a:solidFill>
              <a:srgbClr val="FFFDF8"/>
            </a:solidFill>
            <a:prstDash val="solid"/>
          </a:ln>
        </p:spPr>
        <p:txBody>
          <a:bodyPr/>
          <a:lstStyle/>
          <a:p>
            <a:endParaRPr/>
          </a:p>
        </p:txBody>
      </p:sp>
      <p:sp>
        <p:nvSpPr>
          <p:cNvPr id="8" name="Text 5"/>
          <p:cNvSpPr/>
          <p:nvPr/>
        </p:nvSpPr>
        <p:spPr>
          <a:xfrm>
            <a:off x="6845935" y="2998470"/>
            <a:ext cx="957580" cy="182880"/>
          </a:xfrm>
          <a:prstGeom prst="rect">
            <a:avLst/>
          </a:prstGeom>
          <a:noFill/>
        </p:spPr>
        <p:txBody>
          <a:bodyPr wrap="square" lIns="0" tIns="0" rIns="0" bIns="0" rtlCol="0" anchor="ctr"/>
          <a:lstStyle/>
          <a:p>
            <a:pPr marL="0" indent="0" algn="ctr">
              <a:buNone/>
            </a:pPr>
            <a:r>
              <a:rPr lang="en-US" sz="850" b="1">
                <a:solidFill>
                  <a:srgbClr val="FFFFFF"/>
                </a:solidFill>
                <a:latin typeface="Calibri" panose="020F0502020204030204"/>
                <a:ea typeface="Calibri" panose="020F0502020204030204"/>
                <a:cs typeface="Calibri" panose="020F0502020204030204"/>
              </a:rPr>
              <a:t>PART 1</a:t>
            </a:r>
            <a:endParaRPr lang="en-US" sz="850">
              <a:latin typeface="Calibri" panose="020F0502020204030204"/>
              <a:ea typeface="Calibri" panose="020F0502020204030204"/>
              <a:cs typeface="Calibri" panose="020F0502020204030204"/>
            </a:endParaRPr>
          </a:p>
        </p:txBody>
      </p:sp>
      <p:sp>
        <p:nvSpPr>
          <p:cNvPr id="10" name="Text 7"/>
          <p:cNvSpPr/>
          <p:nvPr/>
        </p:nvSpPr>
        <p:spPr>
          <a:xfrm>
            <a:off x="502920" y="6446520"/>
            <a:ext cx="1280160" cy="182880"/>
          </a:xfrm>
          <a:prstGeom prst="rect">
            <a:avLst/>
          </a:prstGeom>
          <a:noFill/>
        </p:spPr>
        <p:txBody>
          <a:bodyPr wrap="square" lIns="0" tIns="0" rIns="0" bIns="0" rtlCol="0" anchor="ctr"/>
          <a:lstStyle/>
          <a:p>
            <a:pPr marL="0" indent="0">
              <a:buNone/>
            </a:pPr>
            <a:r>
              <a:rPr lang="en-US" sz="800">
                <a:solidFill>
                  <a:srgbClr val="64727B"/>
                </a:solidFill>
              </a:rPr>
              <a:t>PART 01</a:t>
            </a:r>
            <a:endParaRPr lang="en-US" sz="800"/>
          </a:p>
        </p:txBody>
      </p:sp>
      <p:sp>
        <p:nvSpPr>
          <p:cNvPr id="7" name="Rounded Rectangle 3"/>
          <p:cNvSpPr/>
          <p:nvPr/>
        </p:nvSpPr>
        <p:spPr>
          <a:xfrm>
            <a:off x="6319520" y="4034790"/>
            <a:ext cx="5203190" cy="401955"/>
          </a:xfrm>
          <a:prstGeom prst="roundRect">
            <a:avLst>
              <a:gd name="adj" fmla="val 13333"/>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2"/>
              </a:solidFill>
              <a:latin typeface="Calibri" panose="020F0502020204030204"/>
              <a:ea typeface="Calibri" panose="020F0502020204030204"/>
              <a:cs typeface="Calibri" panose="020F0502020204030204"/>
            </a:endParaRPr>
          </a:p>
        </p:txBody>
      </p:sp>
      <p:sp>
        <p:nvSpPr>
          <p:cNvPr id="11" name="TextBox 6"/>
          <p:cNvSpPr txBox="1"/>
          <p:nvPr/>
        </p:nvSpPr>
        <p:spPr>
          <a:xfrm>
            <a:off x="5974715" y="1763395"/>
            <a:ext cx="6313805" cy="1670050"/>
          </a:xfrm>
          <a:prstGeom prst="rect">
            <a:avLst/>
          </a:prstGeom>
          <a:noFill/>
        </p:spPr>
        <p:txBody>
          <a:bodyPr wrap="square" lIns="0" tIns="0" rIns="0" bIns="0" anchor="t">
            <a:noAutofit/>
          </a:bodyPr>
          <a:lstStyle/>
          <a:p>
            <a:r>
              <a:rPr lang="en-US" altLang="zh-CN" sz="3600" b="1" i="0" u="none">
                <a:solidFill>
                  <a:srgbClr val="0070C0"/>
                </a:solidFill>
                <a:latin typeface="Calibri" panose="020F0502020204030204"/>
                <a:ea typeface="Calibri" panose="020F0502020204030204"/>
                <a:cs typeface="Calibri" panose="020F0502020204030204"/>
              </a:rPr>
              <a:t>IKEA Background &amp; Core Supply Chain (SCM) Model</a:t>
            </a:r>
            <a:endParaRPr lang="en-US" sz="3600">
              <a:solidFill>
                <a:srgbClr val="0070C0"/>
              </a:solidFill>
              <a:latin typeface="Calibri" panose="020F0502020204030204"/>
              <a:ea typeface="Calibri" panose="020F0502020204030204"/>
              <a:cs typeface="Calibri" panose="020F0502020204030204"/>
            </a:endParaRPr>
          </a:p>
        </p:txBody>
      </p:sp>
      <p:sp>
        <p:nvSpPr>
          <p:cNvPr id="13" name="TextBox 8"/>
          <p:cNvSpPr txBox="1"/>
          <p:nvPr/>
        </p:nvSpPr>
        <p:spPr>
          <a:xfrm>
            <a:off x="6488430" y="4149090"/>
            <a:ext cx="4715510" cy="173355"/>
          </a:xfrm>
          <a:prstGeom prst="rect">
            <a:avLst/>
          </a:prstGeom>
          <a:noFill/>
        </p:spPr>
        <p:txBody>
          <a:bodyPr wrap="square" lIns="0" tIns="0" rIns="0" bIns="0" anchor="t">
            <a:noAutofit/>
          </a:bodyPr>
          <a:lstStyle/>
          <a:p>
            <a:pPr algn="l"/>
            <a:r>
              <a:rPr lang="en-US" altLang="zh-CN" sz="1600" b="1" i="0" u="none">
                <a:solidFill>
                  <a:srgbClr val="E36C09"/>
                </a:solidFill>
                <a:latin typeface="Calibri" panose="020F0502020204030204"/>
                <a:ea typeface="Calibri" panose="020F0502020204030204"/>
                <a:cs typeface="Calibri" panose="020F0502020204030204"/>
              </a:rPr>
              <a:t>PART 1 | BACKGROUND &amp; SCM MODEL INTRODUCTION</a:t>
            </a:r>
          </a:p>
        </p:txBody>
      </p:sp>
      <p:sp>
        <p:nvSpPr>
          <p:cNvPr id="5" name="Google Shape;85;p13"/>
          <p:cNvSpPr/>
          <p:nvPr/>
        </p:nvSpPr>
        <p:spPr>
          <a:xfrm>
            <a:off x="6096000" y="494149"/>
            <a:ext cx="968375" cy="314960"/>
          </a:xfrm>
          <a:prstGeom prst="roundRect">
            <a:avLst>
              <a:gd name="adj" fmla="val 12500"/>
            </a:avLst>
          </a:prstGeom>
          <a:solidFill>
            <a:srgbClr val="0051B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88;p13"/>
          <p:cNvSpPr txBox="1"/>
          <p:nvPr/>
        </p:nvSpPr>
        <p:spPr>
          <a:xfrm>
            <a:off x="6319520" y="490339"/>
            <a:ext cx="50482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FFDA1A"/>
                </a:solidFill>
                <a:latin typeface="Calibri" panose="020F0502020204030204"/>
                <a:ea typeface="Calibri" panose="020F0502020204030204"/>
                <a:cs typeface="Calibri" panose="020F0502020204030204"/>
                <a:sym typeface="Inter"/>
              </a:rPr>
              <a:t>IKEA</a:t>
            </a:r>
            <a:endParaRPr sz="2400">
              <a:latin typeface="Calibri" panose="020F0502020204030204"/>
              <a:ea typeface="Calibri" panose="020F0502020204030204"/>
              <a:cs typeface="Calibri" panose="020F0502020204030204"/>
            </a:endParaRPr>
          </a:p>
        </p:txBody>
      </p:sp>
      <p:sp>
        <p:nvSpPr>
          <p:cNvPr id="14" name="Google Shape;89;p13"/>
          <p:cNvSpPr txBox="1"/>
          <p:nvPr/>
        </p:nvSpPr>
        <p:spPr>
          <a:xfrm>
            <a:off x="7188835" y="504352"/>
            <a:ext cx="2887426"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94A3B8"/>
                </a:solidFill>
                <a:latin typeface="Calibri" panose="020F0502020204030204"/>
                <a:ea typeface="Calibri" panose="020F0502020204030204"/>
                <a:cs typeface="Calibri" panose="020F0502020204030204"/>
                <a:sym typeface="Inter"/>
              </a:rPr>
              <a:t>SUPPLY CHAIN STRATEGY</a:t>
            </a:r>
            <a:endParaRPr lang="zh-CN" altLang="en-US" sz="1800">
              <a:latin typeface="Calibri" panose="020F0502020204030204"/>
              <a:ea typeface="Calibri" panose="020F0502020204030204"/>
              <a:cs typeface="Calibri" panose="020F0502020204030204"/>
            </a:endParaRPr>
          </a:p>
        </p:txBody>
      </p:sp>
      <p:sp>
        <p:nvSpPr>
          <p:cNvPr id="16" name="Google Shape;87;p13"/>
          <p:cNvSpPr txBox="1"/>
          <p:nvPr/>
        </p:nvSpPr>
        <p:spPr>
          <a:xfrm>
            <a:off x="6096000" y="3059310"/>
            <a:ext cx="6089650"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94A3B8"/>
                </a:solidFill>
                <a:latin typeface="Calibri" panose="020F0502020204030204"/>
                <a:ea typeface="Calibri" panose="020F0502020204030204"/>
                <a:cs typeface="Calibri" panose="020F0502020204030204"/>
                <a:sym typeface="Inter"/>
              </a:rPr>
              <a:t>How IKEA delivers extreme cost control and resilience through Design-for-SCM, global sourcing, tiered logistics and pull-based replenishment.</a:t>
            </a:r>
            <a:endParaRPr lang="en-US" sz="1600">
              <a:latin typeface="Calibri" panose="020F0502020204030204"/>
              <a:ea typeface="Calibri" panose="020F0502020204030204"/>
              <a:cs typeface="Calibri" panose="020F0502020204030204"/>
            </a:endParaRPr>
          </a:p>
        </p:txBody>
      </p:sp>
      <p:sp>
        <p:nvSpPr>
          <p:cNvPr id="4" name="文本框 3"/>
          <p:cNvSpPr txBox="1"/>
          <p:nvPr/>
        </p:nvSpPr>
        <p:spPr>
          <a:xfrm>
            <a:off x="6319520" y="4580255"/>
            <a:ext cx="5259070" cy="2183765"/>
          </a:xfrm>
          <a:prstGeom prst="rect">
            <a:avLst/>
          </a:prstGeom>
          <a:noFill/>
        </p:spPr>
        <p:txBody>
          <a:bodyPr wrap="square" lIns="91440" tIns="45720" rIns="91440" bIns="45720" rtlCol="0" anchor="t">
            <a:spAutoFit/>
          </a:bodyPr>
          <a:lstStyle/>
          <a:p>
            <a:r>
              <a:rPr lang="en-US" altLang="zh-CN" sz="2800">
                <a:solidFill>
                  <a:schemeClr val="accent4"/>
                </a:solidFill>
                <a:effectLst/>
              </a:rPr>
              <a:t>Group 2</a:t>
            </a:r>
          </a:p>
          <a:p>
            <a:r>
              <a:rPr lang="en-US" altLang="zh-CN" sz="1800">
                <a:solidFill>
                  <a:schemeClr val="tx1"/>
                </a:solidFill>
                <a:effectLst>
                  <a:outerShdw blurRad="38100" dist="19050" dir="2700000" algn="tl" rotWithShape="0">
                    <a:schemeClr val="dk1">
                      <a:alpha val="40000"/>
                    </a:schemeClr>
                  </a:outerShdw>
                </a:effectLst>
              </a:rPr>
              <a:t>Cao </a:t>
            </a:r>
            <a:r>
              <a:rPr lang="en-US" altLang="zh-CN" sz="1800" err="1">
                <a:solidFill>
                  <a:schemeClr val="tx1"/>
                </a:solidFill>
                <a:effectLst>
                  <a:outerShdw blurRad="38100" dist="19050" dir="2700000" algn="tl" rotWithShape="0">
                    <a:schemeClr val="dk1">
                      <a:alpha val="40000"/>
                    </a:schemeClr>
                  </a:outerShdw>
                </a:effectLst>
              </a:rPr>
              <a:t>Xuming</a:t>
            </a:r>
            <a:r>
              <a:rPr lang="en-US" altLang="zh-CN" sz="1800">
                <a:solidFill>
                  <a:schemeClr val="tx1"/>
                </a:solidFill>
                <a:effectLst>
                  <a:outerShdw blurRad="38100" dist="19050" dir="2700000" algn="tl" rotWithShape="0">
                    <a:schemeClr val="dk1">
                      <a:alpha val="40000"/>
                    </a:schemeClr>
                  </a:outerShdw>
                </a:effectLst>
              </a:rPr>
              <a:t> 7157125</a:t>
            </a:r>
          </a:p>
          <a:p>
            <a:r>
              <a:rPr lang="en-US" altLang="zh-CN" sz="1800">
                <a:solidFill>
                  <a:schemeClr val="tx1"/>
                </a:solidFill>
                <a:effectLst>
                  <a:outerShdw blurRad="38100" dist="19050" dir="2700000" algn="tl" rotWithShape="0">
                    <a:schemeClr val="dk1">
                      <a:alpha val="40000"/>
                    </a:schemeClr>
                  </a:outerShdw>
                </a:effectLst>
              </a:rPr>
              <a:t>Ou Zhipeng 7170878</a:t>
            </a:r>
          </a:p>
          <a:p>
            <a:r>
              <a:rPr lang="en-US" altLang="zh-CN" sz="1800">
                <a:solidFill>
                  <a:schemeClr val="tx1"/>
                </a:solidFill>
                <a:effectLst>
                  <a:outerShdw blurRad="38100" dist="19050" dir="2700000" algn="tl" rotWithShape="0">
                    <a:schemeClr val="dk1">
                      <a:alpha val="40000"/>
                    </a:schemeClr>
                  </a:outerShdw>
                </a:effectLst>
              </a:rPr>
              <a:t>Lin </a:t>
            </a:r>
            <a:r>
              <a:rPr lang="en-US" altLang="zh-CN" sz="1800" err="1">
                <a:solidFill>
                  <a:schemeClr val="tx1"/>
                </a:solidFill>
                <a:effectLst>
                  <a:outerShdw blurRad="38100" dist="19050" dir="2700000" algn="tl" rotWithShape="0">
                    <a:schemeClr val="dk1">
                      <a:alpha val="40000"/>
                    </a:schemeClr>
                  </a:outerShdw>
                </a:effectLst>
              </a:rPr>
              <a:t>Xiaoting</a:t>
            </a:r>
            <a:r>
              <a:rPr lang="en-US" altLang="zh-CN" sz="1800">
                <a:solidFill>
                  <a:schemeClr val="tx1"/>
                </a:solidFill>
                <a:effectLst>
                  <a:outerShdw blurRad="38100" dist="19050" dir="2700000" algn="tl" rotWithShape="0">
                    <a:schemeClr val="dk1">
                      <a:alpha val="40000"/>
                    </a:schemeClr>
                  </a:outerShdw>
                </a:effectLst>
              </a:rPr>
              <a:t> 7177761</a:t>
            </a:r>
          </a:p>
          <a:p>
            <a:r>
              <a:rPr lang="en-US" altLang="zh-CN" sz="1800">
                <a:solidFill>
                  <a:schemeClr val="tx1"/>
                </a:solidFill>
                <a:effectLst>
                  <a:outerShdw blurRad="38100" dist="19050" dir="2700000" algn="tl" rotWithShape="0">
                    <a:schemeClr val="dk1">
                      <a:alpha val="40000"/>
                    </a:schemeClr>
                  </a:outerShdw>
                </a:effectLst>
              </a:rPr>
              <a:t>Song </a:t>
            </a:r>
            <a:r>
              <a:rPr lang="en-US" altLang="zh-CN" sz="1800" err="1">
                <a:solidFill>
                  <a:schemeClr val="tx1"/>
                </a:solidFill>
                <a:effectLst>
                  <a:outerShdw blurRad="38100" dist="19050" dir="2700000" algn="tl" rotWithShape="0">
                    <a:schemeClr val="dk1">
                      <a:alpha val="40000"/>
                    </a:schemeClr>
                  </a:outerShdw>
                </a:effectLst>
              </a:rPr>
              <a:t>Liangyun</a:t>
            </a:r>
            <a:r>
              <a:rPr lang="en-US" altLang="zh-CN" sz="1800">
                <a:solidFill>
                  <a:schemeClr val="tx1"/>
                </a:solidFill>
                <a:effectLst>
                  <a:outerShdw blurRad="38100" dist="19050" dir="2700000" algn="tl" rotWithShape="0">
                    <a:schemeClr val="dk1">
                      <a:alpha val="40000"/>
                    </a:schemeClr>
                  </a:outerShdw>
                </a:effectLst>
              </a:rPr>
              <a:t> 7106671</a:t>
            </a:r>
          </a:p>
          <a:p>
            <a:r>
              <a:rPr lang="en-US" altLang="zh-CN" sz="1800">
                <a:solidFill>
                  <a:schemeClr val="tx1"/>
                </a:solidFill>
                <a:effectLst>
                  <a:outerShdw blurRad="38100" dist="19050" dir="2700000" algn="tl" rotWithShape="0">
                    <a:schemeClr val="dk1">
                      <a:alpha val="40000"/>
                    </a:schemeClr>
                  </a:outerShdw>
                </a:effectLst>
              </a:rPr>
              <a:t>LYU Jiayi 7151391</a:t>
            </a:r>
            <a:endParaRPr lang="en-US" altLang="zh-CN" sz="1800">
              <a:solidFill>
                <a:schemeClr val="tx1"/>
              </a:solidFill>
              <a:effectLst>
                <a:outerShdw blurRad="38100" dist="19050" dir="2700000" algn="tl" rotWithShape="0">
                  <a:srgbClr val="000000">
                    <a:alpha val="40000"/>
                  </a:srgbClr>
                </a:outerShdw>
              </a:effectLst>
            </a:endParaRPr>
          </a:p>
          <a:p>
            <a:r>
              <a:rPr lang="en-US" altLang="zh-CN" sz="1800">
                <a:solidFill>
                  <a:schemeClr val="tx1"/>
                </a:solidFill>
                <a:effectLst>
                  <a:outerShdw blurRad="38100" dist="19050" dir="2700000" algn="tl" rotWithShape="0">
                    <a:schemeClr val="dk1">
                      <a:alpha val="40000"/>
                    </a:schemeClr>
                  </a:outerShdw>
                </a:effectLst>
              </a:rPr>
              <a:t>Hong </a:t>
            </a:r>
            <a:r>
              <a:rPr lang="en-US" altLang="zh-CN" sz="1800" err="1">
                <a:solidFill>
                  <a:schemeClr val="tx1"/>
                </a:solidFill>
                <a:effectLst>
                  <a:outerShdw blurRad="38100" dist="19050" dir="2700000" algn="tl" rotWithShape="0">
                    <a:schemeClr val="dk1">
                      <a:alpha val="40000"/>
                    </a:schemeClr>
                  </a:outerShdw>
                </a:effectLst>
              </a:rPr>
              <a:t>Zixian</a:t>
            </a:r>
            <a:r>
              <a:rPr lang="en-US" altLang="zh-CN" sz="1800">
                <a:solidFill>
                  <a:schemeClr val="tx1"/>
                </a:solidFill>
                <a:effectLst>
                  <a:outerShdw blurRad="38100" dist="19050" dir="2700000" algn="tl" rotWithShape="0">
                    <a:schemeClr val="dk1">
                      <a:alpha val="40000"/>
                    </a:schemeClr>
                  </a:outerShdw>
                </a:effectLst>
              </a:rPr>
              <a:t> 7180835</a:t>
            </a:r>
          </a:p>
        </p:txBody>
      </p:sp>
    </p:spTree>
    <p:extLst>
      <p:ext uri="{BB962C8B-B14F-4D97-AF65-F5344CB8AC3E}">
        <p14:creationId xmlns:p14="http://schemas.microsoft.com/office/powerpoint/2010/main" val="3134076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A person holding a phone&#10;&#10;AI-generated content may be incorrect."/>
          <p:cNvPicPr>
            <a:picLocks noChangeAspect="1"/>
          </p:cNvPicPr>
          <p:nvPr/>
        </p:nvPicPr>
        <p:blipFill>
          <a:blip r:embed="rId2"/>
          <a:stretch>
            <a:fillRect/>
          </a:stretch>
        </p:blipFill>
        <p:spPr>
          <a:xfrm>
            <a:off x="530352" y="4343400"/>
            <a:ext cx="3108960" cy="2331720"/>
          </a:xfrm>
          <a:prstGeom prst="rect">
            <a:avLst/>
          </a:prstGeom>
        </p:spPr>
      </p:pic>
      <p:pic>
        <p:nvPicPr>
          <p:cNvPr id="20" name="Picture 19" descr="A room with furniture and a sign&#10;&#10;AI-generated content may be incorrect."/>
          <p:cNvPicPr>
            <a:picLocks noChangeAspect="1"/>
          </p:cNvPicPr>
          <p:nvPr/>
        </p:nvPicPr>
        <p:blipFill>
          <a:blip r:embed="rId3"/>
          <a:stretch>
            <a:fillRect/>
          </a:stretch>
        </p:blipFill>
        <p:spPr>
          <a:xfrm>
            <a:off x="4443984" y="4343400"/>
            <a:ext cx="3108960" cy="2331720"/>
          </a:xfrm>
          <a:prstGeom prst="rect">
            <a:avLst/>
          </a:prstGeom>
        </p:spPr>
      </p:pic>
      <p:sp>
        <p:nvSpPr>
          <p:cNvPr id="2" name="Rounded Rectangle 1"/>
          <p:cNvSpPr/>
          <p:nvPr/>
        </p:nvSpPr>
        <p:spPr>
          <a:xfrm>
            <a:off x="401530" y="1948259"/>
            <a:ext cx="3505200" cy="2392680"/>
          </a:xfrm>
          <a:prstGeom prst="roundRect">
            <a:avLst>
              <a:gd name="adj" fmla="val 55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panose="020F0502020204030204"/>
              <a:ea typeface="Calibri" panose="020F0502020204030204"/>
              <a:cs typeface="Calibri" panose="020F0502020204030204"/>
            </a:endParaRPr>
          </a:p>
        </p:txBody>
      </p:sp>
      <p:sp>
        <p:nvSpPr>
          <p:cNvPr id="3" name="Rounded Rectangle 2"/>
          <p:cNvSpPr/>
          <p:nvPr/>
        </p:nvSpPr>
        <p:spPr>
          <a:xfrm>
            <a:off x="4308050" y="1946036"/>
            <a:ext cx="3495040" cy="2397125"/>
          </a:xfrm>
          <a:prstGeom prst="roundRect">
            <a:avLst>
              <a:gd name="adj" fmla="val 62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panose="020F0502020204030204"/>
              <a:ea typeface="Calibri" panose="020F0502020204030204"/>
              <a:cs typeface="Calibri" panose="020F0502020204030204"/>
            </a:endParaRPr>
          </a:p>
        </p:txBody>
      </p:sp>
      <p:sp>
        <p:nvSpPr>
          <p:cNvPr id="4" name="Rounded Rectangle 3"/>
          <p:cNvSpPr/>
          <p:nvPr/>
        </p:nvSpPr>
        <p:spPr>
          <a:xfrm>
            <a:off x="8041850" y="1946036"/>
            <a:ext cx="3505200" cy="2397125"/>
          </a:xfrm>
          <a:prstGeom prst="roundRect">
            <a:avLst>
              <a:gd name="adj" fmla="val 62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panose="020F0502020204030204"/>
              <a:ea typeface="Calibri" panose="020F0502020204030204"/>
              <a:cs typeface="Calibri" panose="020F0502020204030204"/>
            </a:endParaRPr>
          </a:p>
        </p:txBody>
      </p:sp>
      <p:pic>
        <p:nvPicPr>
          <p:cNvPr id="6" name="Picture 5" descr="image.png"/>
          <p:cNvPicPr>
            <a:picLocks noChangeAspect="1"/>
          </p:cNvPicPr>
          <p:nvPr/>
        </p:nvPicPr>
        <p:blipFill>
          <a:blip r:embed="rId4"/>
          <a:stretch>
            <a:fillRect/>
          </a:stretch>
        </p:blipFill>
        <p:spPr>
          <a:xfrm>
            <a:off x="4574750" y="2324496"/>
            <a:ext cx="381000" cy="381000"/>
          </a:xfrm>
          <a:prstGeom prst="rect">
            <a:avLst/>
          </a:prstGeom>
        </p:spPr>
      </p:pic>
      <p:pic>
        <p:nvPicPr>
          <p:cNvPr id="7" name="Picture 6" descr="image.png"/>
          <p:cNvPicPr>
            <a:picLocks noChangeAspect="1"/>
          </p:cNvPicPr>
          <p:nvPr/>
        </p:nvPicPr>
        <p:blipFill>
          <a:blip r:embed="rId5"/>
          <a:stretch>
            <a:fillRect/>
          </a:stretch>
        </p:blipFill>
        <p:spPr>
          <a:xfrm>
            <a:off x="8308550" y="2324496"/>
            <a:ext cx="381000" cy="381000"/>
          </a:xfrm>
          <a:prstGeom prst="rect">
            <a:avLst/>
          </a:prstGeom>
        </p:spPr>
      </p:pic>
      <p:grpSp>
        <p:nvGrpSpPr>
          <p:cNvPr id="21" name="Group 20"/>
          <p:cNvGrpSpPr/>
          <p:nvPr/>
        </p:nvGrpSpPr>
        <p:grpSpPr>
          <a:xfrm>
            <a:off x="840950" y="2326719"/>
            <a:ext cx="381000" cy="381000"/>
            <a:chOff x="866140" y="2605405"/>
            <a:chExt cx="381000" cy="381000"/>
          </a:xfrm>
        </p:grpSpPr>
        <p:pic>
          <p:nvPicPr>
            <p:cNvPr id="5" name="Picture 4" descr="image.png"/>
            <p:cNvPicPr>
              <a:picLocks noChangeAspect="1"/>
            </p:cNvPicPr>
            <p:nvPr/>
          </p:nvPicPr>
          <p:blipFill>
            <a:blip r:embed="rId6"/>
            <a:stretch>
              <a:fillRect/>
            </a:stretch>
          </p:blipFill>
          <p:spPr>
            <a:xfrm>
              <a:off x="866140" y="2605405"/>
              <a:ext cx="381000" cy="381000"/>
            </a:xfrm>
            <a:prstGeom prst="rect">
              <a:avLst/>
            </a:prstGeom>
          </p:spPr>
        </p:pic>
        <p:pic>
          <p:nvPicPr>
            <p:cNvPr id="8" name="Picture 7" descr="image.png"/>
            <p:cNvPicPr>
              <a:picLocks noChangeAspect="1"/>
            </p:cNvPicPr>
            <p:nvPr/>
          </p:nvPicPr>
          <p:blipFill>
            <a:blip r:embed="rId7"/>
            <a:stretch>
              <a:fillRect/>
            </a:stretch>
          </p:blipFill>
          <p:spPr>
            <a:xfrm>
              <a:off x="961390" y="2700655"/>
              <a:ext cx="190500" cy="190500"/>
            </a:xfrm>
            <a:prstGeom prst="rect">
              <a:avLst/>
            </a:prstGeom>
          </p:spPr>
        </p:pic>
      </p:grpSp>
      <p:pic>
        <p:nvPicPr>
          <p:cNvPr id="9" name="Picture 8" descr="image.png"/>
          <p:cNvPicPr>
            <a:picLocks noChangeAspect="1"/>
          </p:cNvPicPr>
          <p:nvPr/>
        </p:nvPicPr>
        <p:blipFill>
          <a:blip r:embed="rId8"/>
          <a:stretch>
            <a:fillRect/>
          </a:stretch>
        </p:blipFill>
        <p:spPr>
          <a:xfrm>
            <a:off x="4646187" y="2419746"/>
            <a:ext cx="238125" cy="190500"/>
          </a:xfrm>
          <a:prstGeom prst="rect">
            <a:avLst/>
          </a:prstGeom>
        </p:spPr>
      </p:pic>
      <p:pic>
        <p:nvPicPr>
          <p:cNvPr id="10" name="Picture 9" descr="image.png"/>
          <p:cNvPicPr>
            <a:picLocks noChangeAspect="1"/>
          </p:cNvPicPr>
          <p:nvPr/>
        </p:nvPicPr>
        <p:blipFill>
          <a:blip r:embed="rId9"/>
          <a:stretch>
            <a:fillRect/>
          </a:stretch>
        </p:blipFill>
        <p:spPr>
          <a:xfrm>
            <a:off x="8389512" y="2419746"/>
            <a:ext cx="219075" cy="190500"/>
          </a:xfrm>
          <a:prstGeom prst="rect">
            <a:avLst/>
          </a:prstGeom>
        </p:spPr>
      </p:pic>
      <p:sp>
        <p:nvSpPr>
          <p:cNvPr id="12" name="TextBox 11"/>
          <p:cNvSpPr txBox="1"/>
          <p:nvPr/>
        </p:nvSpPr>
        <p:spPr>
          <a:xfrm>
            <a:off x="609600" y="1072197"/>
            <a:ext cx="10515600" cy="553998"/>
          </a:xfrm>
          <a:prstGeom prst="rect">
            <a:avLst/>
          </a:prstGeom>
          <a:noFill/>
        </p:spPr>
        <p:txBody>
          <a:bodyPr wrap="none" lIns="0" tIns="0" rIns="0" bIns="0" anchor="t">
            <a:spAutoFit/>
          </a:bodyPr>
          <a:lstStyle/>
          <a:p>
            <a:pPr algn="l"/>
            <a:r>
              <a:rPr sz="3600" b="1" i="0" u="none">
                <a:solidFill>
                  <a:srgbClr val="0F172A"/>
                </a:solidFill>
                <a:latin typeface="Calibri" panose="020F0502020204030204"/>
                <a:ea typeface="Calibri" panose="020F0502020204030204"/>
                <a:cs typeface="Calibri" panose="020F0502020204030204"/>
              </a:rPr>
              <a:t>Background &amp; Brand Overview: Why IKEA?</a:t>
            </a:r>
          </a:p>
        </p:txBody>
      </p:sp>
      <p:sp>
        <p:nvSpPr>
          <p:cNvPr id="13" name="TextBox 12"/>
          <p:cNvSpPr txBox="1"/>
          <p:nvPr/>
        </p:nvSpPr>
        <p:spPr>
          <a:xfrm>
            <a:off x="1359110" y="2382599"/>
            <a:ext cx="3017520" cy="276999"/>
          </a:xfrm>
          <a:prstGeom prst="rect">
            <a:avLst/>
          </a:prstGeom>
          <a:noFill/>
        </p:spPr>
        <p:txBody>
          <a:bodyPr wrap="none" lIns="0" tIns="0" rIns="0" bIns="0" anchor="t">
            <a:spAutoFit/>
          </a:bodyPr>
          <a:lstStyle/>
          <a:p>
            <a:pPr algn="l"/>
            <a:r>
              <a:rPr sz="1800" b="1" i="0" u="none">
                <a:solidFill>
                  <a:srgbClr val="0F172A"/>
                </a:solidFill>
                <a:latin typeface="Calibri" panose="020F0502020204030204"/>
                <a:ea typeface="Calibri" panose="020F0502020204030204"/>
                <a:cs typeface="Calibri" panose="020F0502020204030204"/>
              </a:rPr>
              <a:t>Born 1943 · Sweden</a:t>
            </a:r>
          </a:p>
        </p:txBody>
      </p:sp>
      <p:sp>
        <p:nvSpPr>
          <p:cNvPr id="14" name="TextBox 13"/>
          <p:cNvSpPr txBox="1"/>
          <p:nvPr/>
        </p:nvSpPr>
        <p:spPr>
          <a:xfrm>
            <a:off x="586950" y="2909014"/>
            <a:ext cx="3067050" cy="1107996"/>
          </a:xfrm>
          <a:prstGeom prst="rect">
            <a:avLst/>
          </a:prstGeom>
          <a:noFill/>
        </p:spPr>
        <p:txBody>
          <a:bodyPr wrap="square" lIns="0" tIns="0" rIns="0" bIns="0" anchor="t">
            <a:spAutoFit/>
          </a:bodyPr>
          <a:lstStyle/>
          <a:p>
            <a:pPr algn="l"/>
            <a:r>
              <a:rPr sz="2400" b="0" i="0" u="none">
                <a:solidFill>
                  <a:srgbClr val="475569"/>
                </a:solidFill>
                <a:latin typeface="Calibri" panose="020F0502020204030204"/>
                <a:ea typeface="Calibri" panose="020F0502020204030204"/>
                <a:cs typeface="Calibri" panose="020F0502020204030204"/>
              </a:rPr>
              <a:t>Founded 1943 by Ingvar Kamprad — today’s largest furniture retailer.</a:t>
            </a:r>
            <a:endParaRPr lang="en-US" sz="2400" b="0" i="0" u="none">
              <a:solidFill>
                <a:srgbClr val="475569"/>
              </a:solidFill>
              <a:latin typeface="Calibri" panose="020F0502020204030204"/>
              <a:ea typeface="Calibri" panose="020F0502020204030204"/>
              <a:cs typeface="Calibri" panose="020F0502020204030204"/>
            </a:endParaRPr>
          </a:p>
        </p:txBody>
      </p:sp>
      <p:sp>
        <p:nvSpPr>
          <p:cNvPr id="15" name="TextBox 14"/>
          <p:cNvSpPr txBox="1"/>
          <p:nvPr/>
        </p:nvSpPr>
        <p:spPr>
          <a:xfrm>
            <a:off x="5001470" y="2380376"/>
            <a:ext cx="2651760" cy="276999"/>
          </a:xfrm>
          <a:prstGeom prst="rect">
            <a:avLst/>
          </a:prstGeom>
          <a:noFill/>
        </p:spPr>
        <p:txBody>
          <a:bodyPr wrap="none" lIns="0" tIns="0" rIns="0" bIns="0" anchor="t">
            <a:spAutoFit/>
          </a:bodyPr>
          <a:lstStyle/>
          <a:p>
            <a:pPr algn="l"/>
            <a:r>
              <a:rPr sz="1800" b="1" i="0" u="none">
                <a:solidFill>
                  <a:srgbClr val="0F172A"/>
                </a:solidFill>
                <a:latin typeface="Calibri" panose="020F0502020204030204"/>
                <a:ea typeface="Calibri" panose="020F0502020204030204"/>
                <a:cs typeface="Calibri" panose="020F0502020204030204"/>
              </a:rPr>
              <a:t>Democratic Design</a:t>
            </a:r>
          </a:p>
        </p:txBody>
      </p:sp>
      <p:sp>
        <p:nvSpPr>
          <p:cNvPr id="16" name="TextBox 15"/>
          <p:cNvSpPr txBox="1"/>
          <p:nvPr/>
        </p:nvSpPr>
        <p:spPr>
          <a:xfrm>
            <a:off x="4320750" y="2916951"/>
            <a:ext cx="3502660" cy="1107996"/>
          </a:xfrm>
          <a:prstGeom prst="rect">
            <a:avLst/>
          </a:prstGeom>
          <a:noFill/>
        </p:spPr>
        <p:txBody>
          <a:bodyPr wrap="square" lIns="0" tIns="0" rIns="0" bIns="0" anchor="t">
            <a:spAutoFit/>
          </a:bodyPr>
          <a:lstStyle/>
          <a:p>
            <a:pPr algn="l"/>
            <a:r>
              <a:rPr sz="2400" b="0" i="0" u="none">
                <a:solidFill>
                  <a:srgbClr val="475569"/>
                </a:solidFill>
                <a:latin typeface="Calibri" panose="020F0502020204030204"/>
                <a:ea typeface="Calibri" panose="020F0502020204030204"/>
                <a:cs typeface="Calibri" panose="020F0502020204030204"/>
              </a:rPr>
              <a:t>Form, function, quality, sustainability and low price — all five, in every product.</a:t>
            </a:r>
            <a:endParaRPr lang="en-US" sz="2400" b="0" i="0" u="none">
              <a:solidFill>
                <a:srgbClr val="475569"/>
              </a:solidFill>
              <a:latin typeface="Calibri" panose="020F0502020204030204"/>
              <a:ea typeface="Calibri" panose="020F0502020204030204"/>
              <a:cs typeface="Calibri" panose="020F0502020204030204"/>
            </a:endParaRPr>
          </a:p>
        </p:txBody>
      </p:sp>
      <p:sp>
        <p:nvSpPr>
          <p:cNvPr id="17" name="TextBox 16"/>
          <p:cNvSpPr txBox="1"/>
          <p:nvPr/>
        </p:nvSpPr>
        <p:spPr>
          <a:xfrm>
            <a:off x="8877510" y="2370216"/>
            <a:ext cx="2926080" cy="276999"/>
          </a:xfrm>
          <a:prstGeom prst="rect">
            <a:avLst/>
          </a:prstGeom>
          <a:noFill/>
        </p:spPr>
        <p:txBody>
          <a:bodyPr wrap="none" lIns="0" tIns="0" rIns="0" bIns="0" anchor="t">
            <a:spAutoFit/>
          </a:bodyPr>
          <a:lstStyle/>
          <a:p>
            <a:pPr algn="l"/>
            <a:r>
              <a:rPr sz="1800" b="1" i="0" u="none">
                <a:solidFill>
                  <a:srgbClr val="0F172A"/>
                </a:solidFill>
                <a:latin typeface="Calibri" panose="020F0502020204030204"/>
                <a:ea typeface="Calibri" panose="020F0502020204030204"/>
                <a:cs typeface="Calibri" panose="020F0502020204030204"/>
              </a:rPr>
              <a:t>SCM as Strategy</a:t>
            </a:r>
          </a:p>
        </p:txBody>
      </p:sp>
      <p:sp>
        <p:nvSpPr>
          <p:cNvPr id="18" name="TextBox 17"/>
          <p:cNvSpPr txBox="1"/>
          <p:nvPr/>
        </p:nvSpPr>
        <p:spPr>
          <a:xfrm>
            <a:off x="8145990" y="2916951"/>
            <a:ext cx="3402330" cy="1107996"/>
          </a:xfrm>
          <a:prstGeom prst="rect">
            <a:avLst/>
          </a:prstGeom>
          <a:noFill/>
        </p:spPr>
        <p:txBody>
          <a:bodyPr wrap="square" lIns="0" tIns="0" rIns="0" bIns="0" anchor="t">
            <a:spAutoFit/>
          </a:bodyPr>
          <a:lstStyle/>
          <a:p>
            <a:pPr algn="l"/>
            <a:r>
              <a:rPr sz="2400" b="0" i="0" u="none">
                <a:solidFill>
                  <a:srgbClr val="475569"/>
                </a:solidFill>
                <a:latin typeface="Calibri" panose="020F0502020204030204"/>
                <a:ea typeface="Calibri" panose="020F0502020204030204"/>
                <a:cs typeface="Calibri" panose="020F0502020204030204"/>
              </a:rPr>
              <a:t>Bulky goods, huge SKUs and long chains make SCM the core of IKEA’s low-price model.</a:t>
            </a:r>
            <a:endParaRPr lang="en-US" sz="2400" b="0" i="0" u="none">
              <a:solidFill>
                <a:srgbClr val="475569"/>
              </a:solidFill>
              <a:latin typeface="Calibri" panose="020F0502020204030204"/>
              <a:ea typeface="Calibri" panose="020F0502020204030204"/>
              <a:cs typeface="Calibri" panose="020F0502020204030204"/>
            </a:endParaRPr>
          </a:p>
        </p:txBody>
      </p:sp>
      <p:sp>
        <p:nvSpPr>
          <p:cNvPr id="25" name="Google Shape;140;p15"/>
          <p:cNvSpPr txBox="1"/>
          <p:nvPr/>
        </p:nvSpPr>
        <p:spPr>
          <a:xfrm>
            <a:off x="264160" y="240565"/>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panose="020F0502020204030204"/>
                <a:ea typeface="Calibri" panose="020F0502020204030204"/>
                <a:cs typeface="Calibri" panose="020F0502020204030204"/>
                <a:sym typeface="Inter"/>
              </a:rPr>
              <a:t>01 / BACKGROUND &amp; BRAND</a:t>
            </a:r>
            <a:endParaRPr lang="en-US" sz="2400">
              <a:latin typeface="Calibri" panose="020F0502020204030204"/>
              <a:ea typeface="Calibri" panose="020F0502020204030204"/>
              <a:cs typeface="Calibri" panose="020F0502020204030204"/>
            </a:endParaRPr>
          </a:p>
        </p:txBody>
      </p:sp>
      <p:sp>
        <p:nvSpPr>
          <p:cNvPr id="27" name="Shape 1"/>
          <p:cNvSpPr/>
          <p:nvPr/>
        </p:nvSpPr>
        <p:spPr>
          <a:xfrm>
            <a:off x="264370" y="733938"/>
            <a:ext cx="11109960" cy="1"/>
          </a:xfrm>
          <a:prstGeom prst="line">
            <a:avLst/>
          </a:prstGeom>
          <a:noFill/>
          <a:ln w="12700">
            <a:solidFill>
              <a:srgbClr val="D8D0C2"/>
            </a:solidFill>
            <a:prstDash val="solid"/>
          </a:ln>
        </p:spPr>
        <p:txBody>
          <a:bodyPr/>
          <a:lstStyle/>
          <a:p>
            <a:endParaRPr/>
          </a:p>
        </p:txBody>
      </p:sp>
      <p:pic>
        <p:nvPicPr>
          <p:cNvPr id="23" name="Picture 22" descr="Two white vehicles parked in front of a blue building&#10;&#10;AI-generated content may be incorrect."/>
          <p:cNvPicPr>
            <a:picLocks noChangeAspect="1"/>
          </p:cNvPicPr>
          <p:nvPr/>
        </p:nvPicPr>
        <p:blipFill>
          <a:blip r:embed="rId10"/>
          <a:stretch>
            <a:fillRect/>
          </a:stretch>
        </p:blipFill>
        <p:spPr>
          <a:xfrm>
            <a:off x="8238744" y="4343400"/>
            <a:ext cx="3108960" cy="2331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647700" y="5170170"/>
            <a:ext cx="10443845" cy="1099185"/>
          </a:xfrm>
          <a:prstGeom prst="roundRect">
            <a:avLst>
              <a:gd name="adj" fmla="val 1159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panose="020F0502020204030204"/>
              <a:ea typeface="Calibri" panose="020F0502020204030204"/>
              <a:cs typeface="Calibri" panose="020F0502020204030204"/>
            </a:endParaRPr>
          </a:p>
        </p:txBody>
      </p:sp>
      <p:sp>
        <p:nvSpPr>
          <p:cNvPr id="4" name="Rounded Rectangle 3"/>
          <p:cNvSpPr/>
          <p:nvPr>
            <p:custDataLst>
              <p:tags r:id="rId1"/>
            </p:custDataLst>
          </p:nvPr>
        </p:nvSpPr>
        <p:spPr>
          <a:xfrm>
            <a:off x="215900" y="1918970"/>
            <a:ext cx="5761990" cy="3062605"/>
          </a:xfrm>
          <a:prstGeom prst="roundRect">
            <a:avLst>
              <a:gd name="adj" fmla="val 3021"/>
            </a:avLst>
          </a:prstGeom>
          <a:solidFill>
            <a:srgbClr val="C6D9F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5" name="Rounded Rectangle 4"/>
          <p:cNvSpPr/>
          <p:nvPr>
            <p:custDataLst>
              <p:tags r:id="rId2"/>
            </p:custDataLst>
          </p:nvPr>
        </p:nvSpPr>
        <p:spPr>
          <a:xfrm>
            <a:off x="6248400" y="1911350"/>
            <a:ext cx="5842635" cy="3066415"/>
          </a:xfrm>
          <a:prstGeom prst="roundRect">
            <a:avLst>
              <a:gd name="adj" fmla="val 3021"/>
            </a:avLst>
          </a:prstGeom>
          <a:solidFill>
            <a:srgbClr val="C6D9F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panose="020F0502020204030204"/>
              <a:ea typeface="Calibri" panose="020F0502020204030204"/>
              <a:cs typeface="Calibri" panose="020F0502020204030204"/>
            </a:endParaRPr>
          </a:p>
        </p:txBody>
      </p:sp>
      <p:sp>
        <p:nvSpPr>
          <p:cNvPr id="6" name="Rounded Rectangle 5"/>
          <p:cNvSpPr/>
          <p:nvPr>
            <p:custDataLst>
              <p:tags r:id="rId3"/>
            </p:custDataLst>
          </p:nvPr>
        </p:nvSpPr>
        <p:spPr>
          <a:xfrm>
            <a:off x="482600" y="2075180"/>
            <a:ext cx="2926715" cy="337185"/>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7" name="Rectangle 6"/>
          <p:cNvSpPr/>
          <p:nvPr>
            <p:custDataLst>
              <p:tags r:id="rId4"/>
            </p:custDataLst>
          </p:nvPr>
        </p:nvSpPr>
        <p:spPr>
          <a:xfrm>
            <a:off x="215900" y="1918970"/>
            <a:ext cx="129540" cy="305943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cs typeface="+mn-lt"/>
            </a:endParaRPr>
          </a:p>
        </p:txBody>
      </p:sp>
      <p:sp>
        <p:nvSpPr>
          <p:cNvPr id="8" name="Rounded Rectangle 7"/>
          <p:cNvSpPr/>
          <p:nvPr>
            <p:custDataLst>
              <p:tags r:id="rId5"/>
            </p:custDataLst>
          </p:nvPr>
        </p:nvSpPr>
        <p:spPr>
          <a:xfrm>
            <a:off x="6515100" y="2067560"/>
            <a:ext cx="3205480" cy="29337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panose="020F0502020204030204"/>
              <a:ea typeface="Calibri" panose="020F0502020204030204"/>
              <a:cs typeface="Calibri" panose="020F0502020204030204"/>
            </a:endParaRPr>
          </a:p>
        </p:txBody>
      </p:sp>
      <p:sp>
        <p:nvSpPr>
          <p:cNvPr id="9" name="Rectangle 8"/>
          <p:cNvSpPr/>
          <p:nvPr>
            <p:custDataLst>
              <p:tags r:id="rId6"/>
            </p:custDataLst>
          </p:nvPr>
        </p:nvSpPr>
        <p:spPr>
          <a:xfrm>
            <a:off x="6248400" y="1905000"/>
            <a:ext cx="130175" cy="307467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panose="020F0502020204030204"/>
              <a:ea typeface="Calibri" panose="020F0502020204030204"/>
              <a:cs typeface="Calibri" panose="020F0502020204030204"/>
            </a:endParaRPr>
          </a:p>
        </p:txBody>
      </p:sp>
      <p:pic>
        <p:nvPicPr>
          <p:cNvPr id="10" name="Picture 9" descr="image.png"/>
          <p:cNvPicPr>
            <a:picLocks noChangeAspect="1"/>
          </p:cNvPicPr>
          <p:nvPr/>
        </p:nvPicPr>
        <p:blipFill>
          <a:blip r:embed="rId15"/>
          <a:stretch>
            <a:fillRect/>
          </a:stretch>
        </p:blipFill>
        <p:spPr>
          <a:xfrm>
            <a:off x="857250" y="5250180"/>
            <a:ext cx="168910" cy="180340"/>
          </a:xfrm>
          <a:prstGeom prst="rect">
            <a:avLst/>
          </a:prstGeom>
        </p:spPr>
      </p:pic>
      <p:sp>
        <p:nvSpPr>
          <p:cNvPr id="12" name="TextBox 11"/>
          <p:cNvSpPr txBox="1"/>
          <p:nvPr/>
        </p:nvSpPr>
        <p:spPr>
          <a:xfrm>
            <a:off x="294640" y="186690"/>
            <a:ext cx="6998014" cy="369332"/>
          </a:xfrm>
          <a:prstGeom prst="rect">
            <a:avLst/>
          </a:prstGeom>
          <a:noFill/>
        </p:spPr>
        <p:txBody>
          <a:bodyPr wrap="square" lIns="0" tIns="0" rIns="0" bIns="0" anchor="t">
            <a:spAutoFit/>
          </a:bodyPr>
          <a:lstStyle/>
          <a:p>
            <a:pPr algn="l">
              <a:buClrTx/>
              <a:buSzTx/>
              <a:buFontTx/>
            </a:pPr>
            <a:r>
              <a:rPr lang="en-US" sz="2400" b="1" spc="160">
                <a:solidFill>
                  <a:srgbClr val="165AA7"/>
                </a:solidFill>
                <a:ea typeface="Calibri" panose="020F0502020204030204"/>
              </a:rPr>
              <a:t>01 / SOURCING &amp; DESIGN FOR SCM</a:t>
            </a:r>
          </a:p>
        </p:txBody>
      </p:sp>
      <p:sp>
        <p:nvSpPr>
          <p:cNvPr id="13" name="TextBox 12"/>
          <p:cNvSpPr txBox="1"/>
          <p:nvPr/>
        </p:nvSpPr>
        <p:spPr>
          <a:xfrm>
            <a:off x="294640" y="864870"/>
            <a:ext cx="10515600" cy="492443"/>
          </a:xfrm>
          <a:prstGeom prst="rect">
            <a:avLst/>
          </a:prstGeom>
          <a:noFill/>
        </p:spPr>
        <p:txBody>
          <a:bodyPr wrap="none" lIns="0" tIns="0" rIns="0" bIns="0" anchor="t">
            <a:spAutoFit/>
          </a:bodyPr>
          <a:lstStyle/>
          <a:p>
            <a:pPr algn="l">
              <a:lnSpc>
                <a:spcPct val="100000"/>
              </a:lnSpc>
              <a:buClrTx/>
              <a:buSzTx/>
              <a:buFontTx/>
            </a:pPr>
            <a:r>
              <a:rPr lang="en-US" sz="3200" b="1" i="0" u="none">
                <a:solidFill>
                  <a:srgbClr val="21313C"/>
                </a:solidFill>
                <a:latin typeface="Calibri" panose="020F0502020204030204"/>
                <a:ea typeface="Calibri" panose="020F0502020204030204"/>
                <a:cs typeface="Calibri" panose="020F0502020204030204"/>
              </a:rPr>
              <a:t>Global Sourcing &amp; Design for SCM</a:t>
            </a:r>
          </a:p>
        </p:txBody>
      </p:sp>
      <p:sp>
        <p:nvSpPr>
          <p:cNvPr id="14" name="TextBox 13"/>
          <p:cNvSpPr txBox="1"/>
          <p:nvPr/>
        </p:nvSpPr>
        <p:spPr>
          <a:xfrm>
            <a:off x="345440" y="1471235"/>
            <a:ext cx="10515600" cy="246221"/>
          </a:xfrm>
          <a:prstGeom prst="rect">
            <a:avLst/>
          </a:prstGeom>
          <a:noFill/>
        </p:spPr>
        <p:txBody>
          <a:bodyPr wrap="none" lIns="0" tIns="0" rIns="0" bIns="0" anchor="t">
            <a:spAutoFit/>
          </a:bodyPr>
          <a:lstStyle/>
          <a:p>
            <a:pPr algn="l">
              <a:buClrTx/>
              <a:buSzTx/>
              <a:buFontTx/>
            </a:pPr>
            <a:r>
              <a:rPr lang="en-US" sz="1600" b="0" i="0" u="none">
                <a:solidFill>
                  <a:srgbClr val="64727B"/>
                </a:solidFill>
                <a:latin typeface="Calibri" panose="020F0502020204030204"/>
                <a:ea typeface="Calibri" panose="020F0502020204030204"/>
                <a:cs typeface="Calibri" panose="020F0502020204030204"/>
              </a:rPr>
              <a:t>1,000+ suppliers in 50+ countries · modular design locks in cost advantages</a:t>
            </a:r>
          </a:p>
        </p:txBody>
      </p:sp>
      <p:sp>
        <p:nvSpPr>
          <p:cNvPr id="15" name="TextBox 14"/>
          <p:cNvSpPr txBox="1"/>
          <p:nvPr/>
        </p:nvSpPr>
        <p:spPr>
          <a:xfrm>
            <a:off x="946785" y="5255260"/>
            <a:ext cx="2745740" cy="317500"/>
          </a:xfrm>
          <a:prstGeom prst="rect">
            <a:avLst/>
          </a:prstGeom>
          <a:noFill/>
        </p:spPr>
        <p:txBody>
          <a:bodyPr wrap="none" lIns="179933" tIns="0" rIns="0" bIns="0" anchor="t">
            <a:noAutofit/>
          </a:bodyPr>
          <a:lstStyle/>
          <a:p>
            <a:pPr algn="l"/>
            <a:r>
              <a:rPr sz="1800" b="1" i="0" u="none">
                <a:solidFill>
                  <a:srgbClr val="1E3A8A"/>
                </a:solidFill>
                <a:latin typeface="Calibri" panose="020F0502020204030204"/>
                <a:ea typeface="Calibri" panose="020F0502020204030204"/>
                <a:cs typeface="Calibri" panose="020F0502020204030204"/>
              </a:rPr>
              <a:t>Core Strategic Takeaway:</a:t>
            </a:r>
            <a:endParaRPr lang="en-US" sz="1800" b="1" i="0" u="none">
              <a:solidFill>
                <a:srgbClr val="1E3A8A"/>
              </a:solidFill>
              <a:latin typeface="Calibri" panose="020F0502020204030204"/>
              <a:ea typeface="Calibri" panose="020F0502020204030204"/>
              <a:cs typeface="Calibri" panose="020F0502020204030204"/>
            </a:endParaRPr>
          </a:p>
        </p:txBody>
      </p:sp>
      <p:sp>
        <p:nvSpPr>
          <p:cNvPr id="16" name="TextBox 15"/>
          <p:cNvSpPr txBox="1"/>
          <p:nvPr/>
        </p:nvSpPr>
        <p:spPr>
          <a:xfrm>
            <a:off x="1082040" y="5621655"/>
            <a:ext cx="10707370" cy="297815"/>
          </a:xfrm>
          <a:prstGeom prst="rect">
            <a:avLst/>
          </a:prstGeom>
          <a:noFill/>
        </p:spPr>
        <p:txBody>
          <a:bodyPr wrap="none" lIns="0" tIns="0" rIns="0" bIns="0" anchor="t">
            <a:noAutofit/>
          </a:bodyPr>
          <a:lstStyle/>
          <a:p>
            <a:pPr algn="l"/>
            <a:r>
              <a:rPr sz="1800" b="0" i="0" u="none">
                <a:solidFill>
                  <a:srgbClr val="3B82F6"/>
                </a:solidFill>
                <a:latin typeface="Calibri" panose="020F0502020204030204"/>
                <a:ea typeface="Calibri" panose="020F0502020204030204"/>
                <a:cs typeface="Calibri" panose="020F0502020204030204"/>
              </a:rPr>
              <a:t>Scale procurement + design-embedded efficiency build IKEA’s unreplicable cost moat.</a:t>
            </a:r>
            <a:endParaRPr lang="en-US" sz="1800" b="0" i="0" u="none">
              <a:solidFill>
                <a:srgbClr val="3B82F6"/>
              </a:solidFill>
              <a:latin typeface="Calibri" panose="020F0502020204030204"/>
              <a:ea typeface="Calibri" panose="020F0502020204030204"/>
              <a:cs typeface="Calibri" panose="020F0502020204030204"/>
            </a:endParaRPr>
          </a:p>
        </p:txBody>
      </p:sp>
      <p:sp>
        <p:nvSpPr>
          <p:cNvPr id="17" name="TextBox 16"/>
          <p:cNvSpPr txBox="1"/>
          <p:nvPr>
            <p:custDataLst>
              <p:tags r:id="rId7"/>
            </p:custDataLst>
          </p:nvPr>
        </p:nvSpPr>
        <p:spPr>
          <a:xfrm>
            <a:off x="567690" y="2075180"/>
            <a:ext cx="2286635" cy="246221"/>
          </a:xfrm>
          <a:prstGeom prst="rect">
            <a:avLst/>
          </a:prstGeom>
          <a:noFill/>
        </p:spPr>
        <p:txBody>
          <a:bodyPr wrap="square" lIns="0" tIns="0" rIns="0" bIns="0" anchor="t">
            <a:spAutoFit/>
          </a:bodyPr>
          <a:lstStyle/>
          <a:p>
            <a:pPr algn="l"/>
            <a:r>
              <a:rPr sz="1600" b="1" i="0" u="none">
                <a:solidFill>
                  <a:srgbClr val="0369A1"/>
                </a:solidFill>
                <a:latin typeface="Calibri" panose="020F0502020204030204"/>
                <a:ea typeface="Calibri" panose="020F0502020204030204"/>
                <a:cs typeface="Calibri" panose="020F0502020204030204"/>
              </a:rPr>
              <a:t>CASE: Poland &amp; IWAY</a:t>
            </a:r>
          </a:p>
        </p:txBody>
      </p:sp>
      <p:sp>
        <p:nvSpPr>
          <p:cNvPr id="18" name="TextBox 17"/>
          <p:cNvSpPr txBox="1"/>
          <p:nvPr>
            <p:custDataLst>
              <p:tags r:id="rId8"/>
            </p:custDataLst>
          </p:nvPr>
        </p:nvSpPr>
        <p:spPr>
          <a:xfrm>
            <a:off x="482600" y="2602310"/>
            <a:ext cx="5029200" cy="246221"/>
          </a:xfrm>
          <a:prstGeom prst="rect">
            <a:avLst/>
          </a:prstGeom>
          <a:noFill/>
        </p:spPr>
        <p:txBody>
          <a:bodyPr wrap="square" lIns="0" tIns="0" rIns="0" bIns="0" anchor="ctr">
            <a:spAutoFit/>
          </a:bodyPr>
          <a:lstStyle/>
          <a:p>
            <a:pPr algn="l"/>
            <a:r>
              <a:rPr sz="1600" b="1" i="0" u="none">
                <a:solidFill>
                  <a:srgbClr val="0F172A"/>
                </a:solidFill>
                <a:latin typeface="Calibri" panose="020F0502020204030204"/>
                <a:ea typeface="Calibri" panose="020F0502020204030204"/>
                <a:cs typeface="Calibri" panose="020F0502020204030204"/>
              </a:rPr>
              <a:t>Scale Sourcing &amp; Long-Term Binding</a:t>
            </a:r>
          </a:p>
        </p:txBody>
      </p:sp>
      <p:sp>
        <p:nvSpPr>
          <p:cNvPr id="19" name="TextBox 18"/>
          <p:cNvSpPr txBox="1"/>
          <p:nvPr>
            <p:custDataLst>
              <p:tags r:id="rId9"/>
            </p:custDataLst>
          </p:nvPr>
        </p:nvSpPr>
        <p:spPr>
          <a:xfrm>
            <a:off x="482600" y="2932430"/>
            <a:ext cx="5412740" cy="1692275"/>
          </a:xfrm>
          <a:prstGeom prst="rect">
            <a:avLst/>
          </a:prstGeom>
          <a:noFill/>
        </p:spPr>
        <p:txBody>
          <a:bodyPr wrap="square" lIns="0" tIns="0" rIns="0" bIns="0" anchor="t">
            <a:spAutoFit/>
          </a:bodyPr>
          <a:lstStyle/>
          <a:p>
            <a:pPr algn="l">
              <a:lnSpc>
                <a:spcPct val="100000"/>
              </a:lnSpc>
              <a:buSzTx/>
            </a:pPr>
            <a:r>
              <a:rPr sz="2000" b="0" i="0" u="none">
                <a:solidFill>
                  <a:srgbClr val="475569"/>
                </a:solidFill>
                <a:latin typeface="Calibri" panose="020F0502020204030204"/>
                <a:ea typeface="Calibri" panose="020F0502020204030204"/>
                <a:cs typeface="Calibri" panose="020F0502020204030204"/>
              </a:rPr>
              <a:t>Poland builds ~20% of IKEA’s wooden furniture — 1,000+ Tier-1 suppliers across 50+ countries.</a:t>
            </a:r>
          </a:p>
          <a:p>
            <a:pPr algn="l">
              <a:lnSpc>
                <a:spcPts val="1680"/>
              </a:lnSpc>
            </a:pPr>
            <a:endParaRPr lang="en-US" sz="1600" b="0" i="0" u="none">
              <a:solidFill>
                <a:srgbClr val="475569"/>
              </a:solidFill>
              <a:latin typeface="Calibri" panose="020F0502020204030204"/>
              <a:ea typeface="Calibri" panose="020F0502020204030204"/>
              <a:cs typeface="Calibri" panose="020F0502020204030204"/>
            </a:endParaRPr>
          </a:p>
          <a:p>
            <a:pPr algn="l">
              <a:lnSpc>
                <a:spcPts val="1680"/>
              </a:lnSpc>
            </a:pPr>
            <a:r>
              <a:rPr sz="1600" b="0" i="0" u="none">
                <a:solidFill>
                  <a:srgbClr val="475569"/>
                </a:solidFill>
                <a:latin typeface="Calibri" panose="020F0502020204030204"/>
                <a:ea typeface="Calibri" panose="020F0502020204030204"/>
                <a:cs typeface="Calibri" panose="020F0502020204030204"/>
              </a:rPr>
              <a:t>• </a:t>
            </a:r>
            <a:r>
              <a:rPr sz="2000" b="0" i="0" u="none">
                <a:solidFill>
                  <a:srgbClr val="475569"/>
                </a:solidFill>
                <a:latin typeface="Calibri" panose="020F0502020204030204"/>
                <a:ea typeface="Calibri" panose="020F0502020204030204"/>
                <a:cs typeface="Calibri" panose="020F0502020204030204"/>
              </a:rPr>
              <a:t>Binding: guidance, funding &amp; long-term priority contracts</a:t>
            </a:r>
            <a:endParaRPr lang="en-US" sz="1600" b="0" i="0" u="none">
              <a:solidFill>
                <a:srgbClr val="475569"/>
              </a:solidFill>
              <a:latin typeface="Calibri" panose="020F0502020204030204"/>
              <a:ea typeface="Calibri" panose="020F0502020204030204"/>
              <a:cs typeface="Calibri" panose="020F0502020204030204"/>
            </a:endParaRPr>
          </a:p>
          <a:p>
            <a:pPr algn="l">
              <a:lnSpc>
                <a:spcPts val="1680"/>
              </a:lnSpc>
            </a:pPr>
            <a:r>
              <a:rPr sz="1600" b="0" i="0" u="none">
                <a:solidFill>
                  <a:srgbClr val="475569"/>
                </a:solidFill>
                <a:latin typeface="Calibri" panose="020F0502020204030204"/>
                <a:ea typeface="Calibri" panose="020F0502020204030204"/>
                <a:cs typeface="Calibri" panose="020F0502020204030204"/>
              </a:rPr>
              <a:t>• </a:t>
            </a:r>
            <a:r>
              <a:rPr sz="2000" b="0" i="0" u="none">
                <a:solidFill>
                  <a:srgbClr val="475569"/>
                </a:solidFill>
                <a:latin typeface="Calibri" panose="020F0502020204030204"/>
                <a:ea typeface="Calibri" panose="020F0502020204030204"/>
                <a:cs typeface="Calibri" panose="020F0502020204030204"/>
              </a:rPr>
              <a:t>IWAY: 100% FSC-certified wood secures ESG compliance</a:t>
            </a:r>
          </a:p>
        </p:txBody>
      </p:sp>
      <p:sp>
        <p:nvSpPr>
          <p:cNvPr id="20" name="TextBox 19"/>
          <p:cNvSpPr txBox="1"/>
          <p:nvPr>
            <p:custDataLst>
              <p:tags r:id="rId10"/>
            </p:custDataLst>
          </p:nvPr>
        </p:nvSpPr>
        <p:spPr>
          <a:xfrm>
            <a:off x="6595745" y="2067560"/>
            <a:ext cx="3124835" cy="246221"/>
          </a:xfrm>
          <a:prstGeom prst="rect">
            <a:avLst/>
          </a:prstGeom>
          <a:noFill/>
        </p:spPr>
        <p:txBody>
          <a:bodyPr wrap="square" lIns="0" tIns="0" rIns="0" bIns="0" anchor="t">
            <a:spAutoFit/>
          </a:bodyPr>
          <a:lstStyle/>
          <a:p>
            <a:pPr algn="l"/>
            <a:r>
              <a:rPr sz="1600" b="1" i="0" u="none">
                <a:solidFill>
                  <a:srgbClr val="0369A1"/>
                </a:solidFill>
                <a:latin typeface="Calibri" panose="020F0502020204030204"/>
                <a:ea typeface="Calibri" panose="020F0502020204030204"/>
                <a:cs typeface="Calibri" panose="020F0502020204030204"/>
              </a:rPr>
              <a:t>CASE: LACK &amp; KALLAX</a:t>
            </a:r>
          </a:p>
        </p:txBody>
      </p:sp>
      <p:sp>
        <p:nvSpPr>
          <p:cNvPr id="21" name="TextBox 20"/>
          <p:cNvSpPr txBox="1"/>
          <p:nvPr>
            <p:custDataLst>
              <p:tags r:id="rId11"/>
            </p:custDataLst>
          </p:nvPr>
        </p:nvSpPr>
        <p:spPr>
          <a:xfrm>
            <a:off x="6595745" y="2519760"/>
            <a:ext cx="5029200" cy="246221"/>
          </a:xfrm>
          <a:prstGeom prst="rect">
            <a:avLst/>
          </a:prstGeom>
          <a:noFill/>
        </p:spPr>
        <p:txBody>
          <a:bodyPr wrap="square" lIns="0" tIns="0" rIns="0" bIns="0" anchor="ctr">
            <a:spAutoFit/>
          </a:bodyPr>
          <a:lstStyle/>
          <a:p>
            <a:pPr algn="l"/>
            <a:r>
              <a:rPr sz="1600" b="1" i="0" u="none">
                <a:solidFill>
                  <a:srgbClr val="0F172A"/>
                </a:solidFill>
                <a:latin typeface="Calibri" panose="020F0502020204030204"/>
                <a:ea typeface="Calibri" panose="020F0502020204030204"/>
                <a:cs typeface="Calibri" panose="020F0502020204030204"/>
              </a:rPr>
              <a:t>Design for SCM — Common Parts</a:t>
            </a:r>
          </a:p>
        </p:txBody>
      </p:sp>
      <p:sp>
        <p:nvSpPr>
          <p:cNvPr id="22" name="TextBox 21"/>
          <p:cNvSpPr txBox="1"/>
          <p:nvPr>
            <p:custDataLst>
              <p:tags r:id="rId12"/>
            </p:custDataLst>
          </p:nvPr>
        </p:nvSpPr>
        <p:spPr>
          <a:xfrm>
            <a:off x="6595745" y="2924810"/>
            <a:ext cx="5303520" cy="1508125"/>
          </a:xfrm>
          <a:prstGeom prst="rect">
            <a:avLst/>
          </a:prstGeom>
          <a:noFill/>
        </p:spPr>
        <p:txBody>
          <a:bodyPr wrap="square" lIns="0" tIns="0" rIns="0" bIns="0" anchor="t">
            <a:spAutoFit/>
          </a:bodyPr>
          <a:lstStyle/>
          <a:p>
            <a:pPr algn="l">
              <a:lnSpc>
                <a:spcPts val="1680"/>
              </a:lnSpc>
            </a:pPr>
            <a:r>
              <a:rPr sz="2000" b="0" i="0" u="none">
                <a:solidFill>
                  <a:srgbClr val="475569"/>
                </a:solidFill>
                <a:latin typeface="Calibri" panose="020F0502020204030204"/>
                <a:ea typeface="Calibri" panose="020F0502020204030204"/>
                <a:cs typeface="Calibri" panose="020F0502020204030204"/>
              </a:rPr>
              <a:t>Design and SCM teams co-develop products — modular, standardized structures.</a:t>
            </a:r>
          </a:p>
          <a:p>
            <a:pPr algn="l">
              <a:lnSpc>
                <a:spcPts val="1680"/>
              </a:lnSpc>
            </a:pPr>
            <a:endParaRPr sz="2000" b="0" i="0" u="none">
              <a:solidFill>
                <a:srgbClr val="475569"/>
              </a:solidFill>
              <a:latin typeface="Calibri" panose="020F0502020204030204"/>
              <a:ea typeface="Calibri" panose="020F0502020204030204"/>
              <a:cs typeface="Calibri" panose="020F0502020204030204"/>
            </a:endParaRPr>
          </a:p>
          <a:p>
            <a:pPr algn="l">
              <a:lnSpc>
                <a:spcPts val="1680"/>
              </a:lnSpc>
            </a:pPr>
            <a:r>
              <a:rPr sz="1600" b="0" i="0" u="none">
                <a:solidFill>
                  <a:srgbClr val="475569"/>
                </a:solidFill>
                <a:latin typeface="Calibri" panose="020F0502020204030204"/>
                <a:ea typeface="Calibri" panose="020F0502020204030204"/>
                <a:cs typeface="Calibri" panose="020F0502020204030204"/>
              </a:rPr>
              <a:t>• </a:t>
            </a:r>
            <a:r>
              <a:rPr sz="2000" b="0" i="0" u="none">
                <a:solidFill>
                  <a:srgbClr val="475569"/>
                </a:solidFill>
                <a:latin typeface="Calibri" panose="020F0502020204030204"/>
                <a:ea typeface="Calibri" panose="020F0502020204030204"/>
                <a:cs typeface="Calibri" panose="020F0502020204030204"/>
              </a:rPr>
              <a:t>Shared screws, fittings and molds across LACK &amp; KALLAX</a:t>
            </a:r>
            <a:endParaRPr sz="1600" b="0" i="0" u="none">
              <a:solidFill>
                <a:srgbClr val="475569"/>
              </a:solidFill>
              <a:latin typeface="Calibri" panose="020F0502020204030204"/>
              <a:ea typeface="Calibri" panose="020F0502020204030204"/>
              <a:cs typeface="Calibri" panose="020F0502020204030204"/>
            </a:endParaRPr>
          </a:p>
          <a:p>
            <a:pPr algn="l">
              <a:lnSpc>
                <a:spcPts val="1680"/>
              </a:lnSpc>
            </a:pPr>
            <a:r>
              <a:rPr sz="1600" b="0" i="0" u="none">
                <a:solidFill>
                  <a:srgbClr val="475569"/>
                </a:solidFill>
                <a:latin typeface="Calibri" panose="020F0502020204030204"/>
                <a:ea typeface="Calibri" panose="020F0502020204030204"/>
                <a:cs typeface="Calibri" panose="020F0502020204030204"/>
              </a:rPr>
              <a:t>• </a:t>
            </a:r>
            <a:r>
              <a:rPr sz="2000" b="0" i="0" u="none">
                <a:solidFill>
                  <a:srgbClr val="475569"/>
                </a:solidFill>
                <a:latin typeface="Calibri" panose="020F0502020204030204"/>
                <a:ea typeface="Calibri" panose="020F0502020204030204"/>
                <a:cs typeface="Calibri" panose="020F0502020204030204"/>
              </a:rPr>
              <a:t>Fewer raw-material SKUs, lower tooling cost and inventory risk</a:t>
            </a:r>
          </a:p>
        </p:txBody>
      </p:sp>
      <p:sp>
        <p:nvSpPr>
          <p:cNvPr id="23" name="Shape 1"/>
          <p:cNvSpPr/>
          <p:nvPr/>
        </p:nvSpPr>
        <p:spPr>
          <a:xfrm>
            <a:off x="482600" y="688848"/>
            <a:ext cx="11109960" cy="1"/>
          </a:xfrm>
          <a:prstGeom prst="line">
            <a:avLst/>
          </a:prstGeom>
          <a:noFill/>
          <a:ln w="12700">
            <a:solidFill>
              <a:srgbClr val="D8D0C2"/>
            </a:solidFill>
            <a:prstDash val="solid"/>
          </a:ln>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group of people holding a box&#10;&#10;AI-generated content may be incorrect."/>
          <p:cNvPicPr>
            <a:picLocks noChangeAspect="1"/>
          </p:cNvPicPr>
          <p:nvPr/>
        </p:nvPicPr>
        <p:blipFill>
          <a:blip r:embed="rId11"/>
          <a:stretch>
            <a:fillRect/>
          </a:stretch>
        </p:blipFill>
        <p:spPr>
          <a:xfrm>
            <a:off x="0" y="4956175"/>
            <a:ext cx="3578225" cy="1901825"/>
          </a:xfrm>
          <a:prstGeom prst="rect">
            <a:avLst/>
          </a:prstGeom>
        </p:spPr>
      </p:pic>
      <p:pic>
        <p:nvPicPr>
          <p:cNvPr id="16" name="Picture 15" descr="A group of blue vehicles parked in front of a building&#10;&#10;AI-generated content may be incorrect."/>
          <p:cNvPicPr>
            <a:picLocks noChangeAspect="1"/>
          </p:cNvPicPr>
          <p:nvPr/>
        </p:nvPicPr>
        <p:blipFill>
          <a:blip r:embed="rId12"/>
          <a:stretch>
            <a:fillRect/>
          </a:stretch>
        </p:blipFill>
        <p:spPr>
          <a:xfrm>
            <a:off x="8032750" y="35560"/>
            <a:ext cx="3956050" cy="2195830"/>
          </a:xfrm>
          <a:prstGeom prst="rect">
            <a:avLst/>
          </a:prstGeom>
        </p:spPr>
      </p:pic>
      <p:sp>
        <p:nvSpPr>
          <p:cNvPr id="2" name="Rounded Rectangle 1"/>
          <p:cNvSpPr/>
          <p:nvPr/>
        </p:nvSpPr>
        <p:spPr>
          <a:xfrm>
            <a:off x="433269" y="2792517"/>
            <a:ext cx="3238500" cy="2105025"/>
          </a:xfrm>
          <a:prstGeom prst="roundRect">
            <a:avLst>
              <a:gd name="adj" fmla="val 5429"/>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panose="020F0502020204030204"/>
              <a:ea typeface="Calibri" panose="020F0502020204030204"/>
              <a:cs typeface="Calibri" panose="020F0502020204030204"/>
            </a:endParaRPr>
          </a:p>
        </p:txBody>
      </p:sp>
      <p:sp>
        <p:nvSpPr>
          <p:cNvPr id="3" name="Rounded Rectangle 2"/>
          <p:cNvSpPr/>
          <p:nvPr>
            <p:custDataLst>
              <p:tags r:id="rId1"/>
            </p:custDataLst>
          </p:nvPr>
        </p:nvSpPr>
        <p:spPr>
          <a:xfrm>
            <a:off x="4191000" y="2276475"/>
            <a:ext cx="739140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Calibri" panose="020F0502020204030204"/>
              <a:ea typeface="Calibri" panose="020F0502020204030204"/>
              <a:cs typeface="Calibri" panose="020F0502020204030204"/>
            </a:endParaRPr>
          </a:p>
        </p:txBody>
      </p:sp>
      <p:sp>
        <p:nvSpPr>
          <p:cNvPr id="4" name="Rounded Rectangle 3"/>
          <p:cNvSpPr/>
          <p:nvPr>
            <p:custDataLst>
              <p:tags r:id="rId2"/>
            </p:custDataLst>
          </p:nvPr>
        </p:nvSpPr>
        <p:spPr>
          <a:xfrm>
            <a:off x="4191000" y="3381375"/>
            <a:ext cx="739140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Calibri" panose="020F0502020204030204"/>
              <a:ea typeface="Calibri" panose="020F0502020204030204"/>
              <a:cs typeface="Calibri" panose="020F0502020204030204"/>
            </a:endParaRPr>
          </a:p>
        </p:txBody>
      </p:sp>
      <p:sp>
        <p:nvSpPr>
          <p:cNvPr id="5" name="Rounded Rectangle 4"/>
          <p:cNvSpPr/>
          <p:nvPr>
            <p:custDataLst>
              <p:tags r:id="rId3"/>
            </p:custDataLst>
          </p:nvPr>
        </p:nvSpPr>
        <p:spPr>
          <a:xfrm>
            <a:off x="4191000" y="4486275"/>
            <a:ext cx="739140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Calibri" panose="020F0502020204030204"/>
              <a:ea typeface="Calibri" panose="020F0502020204030204"/>
              <a:cs typeface="Calibri" panose="020F0502020204030204"/>
            </a:endParaRPr>
          </a:p>
        </p:txBody>
      </p:sp>
      <p:sp>
        <p:nvSpPr>
          <p:cNvPr id="7" name="TextBox 6"/>
          <p:cNvSpPr txBox="1"/>
          <p:nvPr/>
        </p:nvSpPr>
        <p:spPr>
          <a:xfrm>
            <a:off x="609600" y="1151890"/>
            <a:ext cx="8686800" cy="553998"/>
          </a:xfrm>
          <a:prstGeom prst="rect">
            <a:avLst/>
          </a:prstGeom>
          <a:noFill/>
        </p:spPr>
        <p:txBody>
          <a:bodyPr wrap="none" lIns="0" tIns="0" rIns="0" bIns="0" anchor="t">
            <a:spAutoFit/>
          </a:bodyPr>
          <a:lstStyle/>
          <a:p>
            <a:pPr algn="l"/>
            <a:r>
              <a:rPr sz="3600" b="1" i="0" u="none">
                <a:solidFill>
                  <a:srgbClr val="0F172A"/>
                </a:solidFill>
                <a:latin typeface="Calibri" panose="020F0502020204030204"/>
                <a:ea typeface="Calibri" panose="020F0502020204030204"/>
                <a:cs typeface="Calibri" panose="020F0502020204030204"/>
              </a:rPr>
              <a:t>Flat-packing &amp; the Cost Logic</a:t>
            </a:r>
          </a:p>
        </p:txBody>
      </p:sp>
      <p:sp>
        <p:nvSpPr>
          <p:cNvPr id="8" name="TextBox 7"/>
          <p:cNvSpPr txBox="1"/>
          <p:nvPr/>
        </p:nvSpPr>
        <p:spPr>
          <a:xfrm>
            <a:off x="776169" y="3135417"/>
            <a:ext cx="2651760" cy="664797"/>
          </a:xfrm>
          <a:prstGeom prst="rect">
            <a:avLst/>
          </a:prstGeom>
          <a:noFill/>
        </p:spPr>
        <p:txBody>
          <a:bodyPr wrap="none" lIns="0" tIns="0" rIns="0" bIns="0" anchor="t">
            <a:spAutoFit/>
          </a:bodyPr>
          <a:lstStyle/>
          <a:p>
            <a:pPr algn="l">
              <a:lnSpc>
                <a:spcPts val="4800"/>
              </a:lnSpc>
            </a:pPr>
            <a:r>
              <a:rPr sz="4400" b="1" i="0" u="none">
                <a:solidFill>
                  <a:srgbClr val="FFDA1A"/>
                </a:solidFill>
                <a:latin typeface="Calibri" panose="020F0502020204030204"/>
                <a:ea typeface="Calibri" panose="020F0502020204030204"/>
                <a:cs typeface="Calibri" panose="020F0502020204030204"/>
              </a:rPr>
              <a:t>50 → 10</a:t>
            </a:r>
          </a:p>
        </p:txBody>
      </p:sp>
      <p:sp>
        <p:nvSpPr>
          <p:cNvPr id="9" name="TextBox 8"/>
          <p:cNvSpPr txBox="1"/>
          <p:nvPr/>
        </p:nvSpPr>
        <p:spPr>
          <a:xfrm>
            <a:off x="776169" y="3897417"/>
            <a:ext cx="2647950" cy="553720"/>
          </a:xfrm>
          <a:prstGeom prst="rect">
            <a:avLst/>
          </a:prstGeom>
          <a:noFill/>
        </p:spPr>
        <p:txBody>
          <a:bodyPr wrap="square" lIns="0" tIns="0" rIns="0" bIns="0" anchor="t">
            <a:spAutoFit/>
          </a:bodyPr>
          <a:lstStyle/>
          <a:p>
            <a:pPr algn="l"/>
            <a:r>
              <a:rPr sz="1800" b="1" i="0" u="none">
                <a:solidFill>
                  <a:srgbClr val="FFFFFF"/>
                </a:solidFill>
                <a:latin typeface="Calibri" panose="020F0502020204030204"/>
                <a:ea typeface="Calibri" panose="020F0502020204030204"/>
                <a:cs typeface="Calibri" panose="020F0502020204030204"/>
              </a:rPr>
              <a:t>Trucks for 10,000 BILLY bookcases: 50 down to 10</a:t>
            </a:r>
          </a:p>
        </p:txBody>
      </p:sp>
      <p:sp>
        <p:nvSpPr>
          <p:cNvPr id="10" name="TextBox 9"/>
          <p:cNvSpPr txBox="1"/>
          <p:nvPr>
            <p:custDataLst>
              <p:tags r:id="rId4"/>
            </p:custDataLst>
          </p:nvPr>
        </p:nvSpPr>
        <p:spPr>
          <a:xfrm>
            <a:off x="4419600" y="2505075"/>
            <a:ext cx="5943600" cy="307777"/>
          </a:xfrm>
          <a:prstGeom prst="rect">
            <a:avLst/>
          </a:prstGeom>
          <a:noFill/>
        </p:spPr>
        <p:txBody>
          <a:bodyPr wrap="none" lIns="0" tIns="0" rIns="0" bIns="0" anchor="t">
            <a:spAutoFit/>
          </a:bodyPr>
          <a:lstStyle/>
          <a:p>
            <a:pPr algn="l"/>
            <a:r>
              <a:rPr sz="2000" b="1" i="0" u="none">
                <a:solidFill>
                  <a:srgbClr val="0F172A"/>
                </a:solidFill>
                <a:latin typeface="Calibri" panose="020F0502020204030204"/>
                <a:ea typeface="Calibri" panose="020F0502020204030204"/>
                <a:cs typeface="Calibri" panose="020F0502020204030204"/>
              </a:rPr>
              <a:t>Design IS the Supply Chain</a:t>
            </a:r>
          </a:p>
        </p:txBody>
      </p:sp>
      <p:sp>
        <p:nvSpPr>
          <p:cNvPr id="11" name="TextBox 10"/>
          <p:cNvSpPr txBox="1"/>
          <p:nvPr>
            <p:custDataLst>
              <p:tags r:id="rId5"/>
            </p:custDataLst>
          </p:nvPr>
        </p:nvSpPr>
        <p:spPr>
          <a:xfrm>
            <a:off x="4419600" y="2781300"/>
            <a:ext cx="6839585" cy="307340"/>
          </a:xfrm>
          <a:prstGeom prst="rect">
            <a:avLst/>
          </a:prstGeom>
          <a:noFill/>
        </p:spPr>
        <p:txBody>
          <a:bodyPr wrap="none" lIns="0" tIns="0" rIns="0" bIns="0" anchor="t">
            <a:spAutoFit/>
          </a:bodyPr>
          <a:lstStyle/>
          <a:p>
            <a:pPr algn="l"/>
            <a:r>
              <a:rPr sz="2000" b="0" i="0" u="none">
                <a:solidFill>
                  <a:srgbClr val="475569"/>
                </a:solidFill>
                <a:latin typeface="Calibri" panose="020F0502020204030204"/>
                <a:ea typeface="Calibri" panose="020F0502020204030204"/>
                <a:cs typeface="Calibri" panose="020F0502020204030204"/>
              </a:rPr>
              <a:t>R&amp;D breaks furniture into standardized modules that stack tightly.</a:t>
            </a:r>
          </a:p>
        </p:txBody>
      </p:sp>
      <p:sp>
        <p:nvSpPr>
          <p:cNvPr id="12" name="TextBox 11"/>
          <p:cNvSpPr txBox="1"/>
          <p:nvPr>
            <p:custDataLst>
              <p:tags r:id="rId6"/>
            </p:custDataLst>
          </p:nvPr>
        </p:nvSpPr>
        <p:spPr>
          <a:xfrm>
            <a:off x="4419600" y="3609975"/>
            <a:ext cx="5943600" cy="307777"/>
          </a:xfrm>
          <a:prstGeom prst="rect">
            <a:avLst/>
          </a:prstGeom>
          <a:noFill/>
        </p:spPr>
        <p:txBody>
          <a:bodyPr wrap="none" lIns="0" tIns="0" rIns="0" bIns="0" anchor="t">
            <a:spAutoFit/>
          </a:bodyPr>
          <a:lstStyle/>
          <a:p>
            <a:pPr algn="l"/>
            <a:r>
              <a:rPr sz="2000" b="1" i="0" u="none">
                <a:solidFill>
                  <a:srgbClr val="0F172A"/>
                </a:solidFill>
                <a:latin typeface="Calibri" panose="020F0502020204030204"/>
                <a:ea typeface="Calibri" panose="020F0502020204030204"/>
                <a:cs typeface="Calibri" panose="020F0502020204030204"/>
              </a:rPr>
              <a:t>Eliminate “Shipping Air”</a:t>
            </a:r>
          </a:p>
        </p:txBody>
      </p:sp>
      <p:sp>
        <p:nvSpPr>
          <p:cNvPr id="13" name="TextBox 12"/>
          <p:cNvSpPr txBox="1"/>
          <p:nvPr>
            <p:custDataLst>
              <p:tags r:id="rId7"/>
            </p:custDataLst>
          </p:nvPr>
        </p:nvSpPr>
        <p:spPr>
          <a:xfrm>
            <a:off x="4419600" y="3886200"/>
            <a:ext cx="6421755" cy="307340"/>
          </a:xfrm>
          <a:prstGeom prst="rect">
            <a:avLst/>
          </a:prstGeom>
          <a:noFill/>
        </p:spPr>
        <p:txBody>
          <a:bodyPr wrap="none" lIns="0" tIns="0" rIns="0" bIns="0" anchor="t">
            <a:spAutoFit/>
          </a:bodyPr>
          <a:lstStyle/>
          <a:p>
            <a:pPr algn="l"/>
            <a:r>
              <a:rPr sz="2000" b="0" i="0" u="none">
                <a:solidFill>
                  <a:srgbClr val="475569"/>
                </a:solidFill>
                <a:latin typeface="Calibri" panose="020F0502020204030204"/>
                <a:ea typeface="Calibri" panose="020F0502020204030204"/>
                <a:cs typeface="Calibri" panose="020F0502020204030204"/>
              </a:rPr>
              <a:t>No void space — BILLY packs to 20–30% of assembled volume</a:t>
            </a:r>
            <a:r>
              <a:rPr sz="1600" b="0" i="0" u="none">
                <a:solidFill>
                  <a:srgbClr val="475569"/>
                </a:solidFill>
                <a:latin typeface="Calibri" panose="020F0502020204030204"/>
                <a:ea typeface="Calibri" panose="020F0502020204030204"/>
                <a:cs typeface="Calibri" panose="020F0502020204030204"/>
              </a:rPr>
              <a:t>.</a:t>
            </a:r>
          </a:p>
        </p:txBody>
      </p:sp>
      <p:sp>
        <p:nvSpPr>
          <p:cNvPr id="14" name="TextBox 13"/>
          <p:cNvSpPr txBox="1"/>
          <p:nvPr>
            <p:custDataLst>
              <p:tags r:id="rId8"/>
            </p:custDataLst>
          </p:nvPr>
        </p:nvSpPr>
        <p:spPr>
          <a:xfrm>
            <a:off x="4419600" y="4714875"/>
            <a:ext cx="5943600" cy="307777"/>
          </a:xfrm>
          <a:prstGeom prst="rect">
            <a:avLst/>
          </a:prstGeom>
          <a:noFill/>
        </p:spPr>
        <p:txBody>
          <a:bodyPr wrap="none" lIns="0" tIns="0" rIns="0" bIns="0" anchor="t">
            <a:spAutoFit/>
          </a:bodyPr>
          <a:lstStyle/>
          <a:p>
            <a:pPr algn="l"/>
            <a:r>
              <a:rPr sz="2000" b="1" i="0" u="none">
                <a:solidFill>
                  <a:srgbClr val="0F172A"/>
                </a:solidFill>
                <a:latin typeface="Calibri" panose="020F0502020204030204"/>
                <a:ea typeface="Calibri" panose="020F0502020204030204"/>
                <a:cs typeface="Calibri" panose="020F0502020204030204"/>
              </a:rPr>
              <a:t>Dense Loading, Lower Unit Cost</a:t>
            </a:r>
          </a:p>
        </p:txBody>
      </p:sp>
      <p:sp>
        <p:nvSpPr>
          <p:cNvPr id="15" name="TextBox 14"/>
          <p:cNvSpPr txBox="1"/>
          <p:nvPr>
            <p:custDataLst>
              <p:tags r:id="rId9"/>
            </p:custDataLst>
          </p:nvPr>
        </p:nvSpPr>
        <p:spPr>
          <a:xfrm>
            <a:off x="4419600" y="4991100"/>
            <a:ext cx="6405245" cy="307340"/>
          </a:xfrm>
          <a:prstGeom prst="rect">
            <a:avLst/>
          </a:prstGeom>
          <a:noFill/>
        </p:spPr>
        <p:txBody>
          <a:bodyPr wrap="none" lIns="0" tIns="0" rIns="0" bIns="0" anchor="t">
            <a:spAutoFit/>
          </a:bodyPr>
          <a:lstStyle/>
          <a:p>
            <a:pPr algn="l"/>
            <a:r>
              <a:rPr sz="2000" b="0" i="0" u="none">
                <a:solidFill>
                  <a:srgbClr val="475569"/>
                </a:solidFill>
                <a:latin typeface="Calibri" panose="020F0502020204030204"/>
                <a:ea typeface="Calibri" panose="020F0502020204030204"/>
                <a:cs typeface="Calibri" panose="020F0502020204030204"/>
              </a:rPr>
              <a:t>Dense loading dilutes line-haul and warehousing cost per unit</a:t>
            </a:r>
            <a:r>
              <a:rPr sz="1600" b="0" i="0" u="none">
                <a:solidFill>
                  <a:srgbClr val="475569"/>
                </a:solidFill>
                <a:latin typeface="Calibri" panose="020F0502020204030204"/>
                <a:ea typeface="Calibri" panose="020F0502020204030204"/>
                <a:cs typeface="Calibri" panose="020F0502020204030204"/>
              </a:rPr>
              <a:t>.</a:t>
            </a:r>
          </a:p>
        </p:txBody>
      </p:sp>
      <p:sp>
        <p:nvSpPr>
          <p:cNvPr id="17" name="Google Shape;140;p15"/>
          <p:cNvSpPr txBox="1"/>
          <p:nvPr/>
        </p:nvSpPr>
        <p:spPr>
          <a:xfrm>
            <a:off x="264160" y="152400"/>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panose="020F0502020204030204"/>
                <a:ea typeface="Calibri" panose="020F0502020204030204"/>
                <a:cs typeface="Calibri" panose="020F0502020204030204"/>
                <a:sym typeface="Inter"/>
              </a:rPr>
              <a:t>01 / FLAT-PACKING</a:t>
            </a:r>
            <a:endParaRPr lang="en-US" sz="2400">
              <a:latin typeface="Calibri" panose="020F0502020204030204"/>
              <a:ea typeface="Calibri" panose="020F0502020204030204"/>
              <a:cs typeface="Calibri" panose="020F0502020204030204"/>
            </a:endParaRPr>
          </a:p>
        </p:txBody>
      </p:sp>
      <p:sp>
        <p:nvSpPr>
          <p:cNvPr id="19" name="Shape 1"/>
          <p:cNvSpPr/>
          <p:nvPr/>
        </p:nvSpPr>
        <p:spPr>
          <a:xfrm>
            <a:off x="289560" y="658368"/>
            <a:ext cx="11109960" cy="1"/>
          </a:xfrm>
          <a:prstGeom prst="line">
            <a:avLst/>
          </a:prstGeom>
          <a:noFill/>
          <a:ln w="12700">
            <a:solidFill>
              <a:srgbClr val="D8D0C2"/>
            </a:solidFill>
            <a:prstDash val="solid"/>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custDataLst>
              <p:tags r:id="rId1"/>
            </p:custDataLst>
          </p:nvPr>
        </p:nvSpPr>
        <p:spPr>
          <a:xfrm>
            <a:off x="609600" y="2409825"/>
            <a:ext cx="5353050" cy="2971800"/>
          </a:xfrm>
          <a:prstGeom prst="roundRect">
            <a:avLst>
              <a:gd name="adj" fmla="val 384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3" name="Rounded Rectangle 2"/>
          <p:cNvSpPr/>
          <p:nvPr>
            <p:custDataLst>
              <p:tags r:id="rId2"/>
            </p:custDataLst>
          </p:nvPr>
        </p:nvSpPr>
        <p:spPr>
          <a:xfrm>
            <a:off x="6229350" y="2409825"/>
            <a:ext cx="5353050" cy="2971800"/>
          </a:xfrm>
          <a:prstGeom prst="roundRect">
            <a:avLst>
              <a:gd name="adj" fmla="val 384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4" name="Rounded Rectangle 3"/>
          <p:cNvSpPr/>
          <p:nvPr>
            <p:custDataLst>
              <p:tags r:id="rId3"/>
            </p:custDataLst>
          </p:nvPr>
        </p:nvSpPr>
        <p:spPr>
          <a:xfrm>
            <a:off x="914400" y="4333875"/>
            <a:ext cx="4743450" cy="742950"/>
          </a:xfrm>
          <a:prstGeom prst="roundRect">
            <a:avLst>
              <a:gd name="adj" fmla="val 1025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5" name="Rounded Rectangle 4"/>
          <p:cNvSpPr/>
          <p:nvPr>
            <p:custDataLst>
              <p:tags r:id="rId4"/>
            </p:custDataLst>
          </p:nvPr>
        </p:nvSpPr>
        <p:spPr>
          <a:xfrm>
            <a:off x="6534150" y="4333875"/>
            <a:ext cx="4743450" cy="742950"/>
          </a:xfrm>
          <a:prstGeom prst="roundRect">
            <a:avLst>
              <a:gd name="adj" fmla="val 1025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6" name="Rectangle 5"/>
          <p:cNvSpPr/>
          <p:nvPr>
            <p:custDataLst>
              <p:tags r:id="rId5"/>
            </p:custDataLst>
          </p:nvPr>
        </p:nvSpPr>
        <p:spPr>
          <a:xfrm>
            <a:off x="914400" y="4333875"/>
            <a:ext cx="28575" cy="742950"/>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sp>
        <p:nvSpPr>
          <p:cNvPr id="7" name="Rectangle 6"/>
          <p:cNvSpPr/>
          <p:nvPr>
            <p:custDataLst>
              <p:tags r:id="rId6"/>
            </p:custDataLst>
          </p:nvPr>
        </p:nvSpPr>
        <p:spPr>
          <a:xfrm>
            <a:off x="6534150" y="4333875"/>
            <a:ext cx="28575" cy="742950"/>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a:ea typeface="Calibri" panose="020F0502020204030204"/>
              <a:cs typeface="Calibri" panose="020F0502020204030204"/>
            </a:endParaRPr>
          </a:p>
        </p:txBody>
      </p:sp>
      <p:pic>
        <p:nvPicPr>
          <p:cNvPr id="8" name="Picture 7" descr="image.png"/>
          <p:cNvPicPr>
            <a:picLocks noChangeAspect="1"/>
          </p:cNvPicPr>
          <p:nvPr>
            <p:custDataLst>
              <p:tags r:id="rId7"/>
            </p:custDataLst>
          </p:nvPr>
        </p:nvPicPr>
        <p:blipFill>
          <a:blip r:embed="rId18"/>
          <a:stretch>
            <a:fillRect/>
          </a:stretch>
        </p:blipFill>
        <p:spPr>
          <a:xfrm>
            <a:off x="914400" y="2714625"/>
            <a:ext cx="457200" cy="457200"/>
          </a:xfrm>
          <a:prstGeom prst="rect">
            <a:avLst/>
          </a:prstGeom>
        </p:spPr>
      </p:pic>
      <p:pic>
        <p:nvPicPr>
          <p:cNvPr id="9" name="Picture 8" descr="image.png"/>
          <p:cNvPicPr>
            <a:picLocks noChangeAspect="1"/>
          </p:cNvPicPr>
          <p:nvPr>
            <p:custDataLst>
              <p:tags r:id="rId8"/>
            </p:custDataLst>
          </p:nvPr>
        </p:nvPicPr>
        <p:blipFill>
          <a:blip r:embed="rId18"/>
          <a:stretch>
            <a:fillRect/>
          </a:stretch>
        </p:blipFill>
        <p:spPr>
          <a:xfrm>
            <a:off x="6534150" y="2714625"/>
            <a:ext cx="457200" cy="457200"/>
          </a:xfrm>
          <a:prstGeom prst="rect">
            <a:avLst/>
          </a:prstGeom>
        </p:spPr>
      </p:pic>
      <p:pic>
        <p:nvPicPr>
          <p:cNvPr id="10" name="Picture 9" descr="image.png"/>
          <p:cNvPicPr>
            <a:picLocks noChangeAspect="1"/>
          </p:cNvPicPr>
          <p:nvPr>
            <p:custDataLst>
              <p:tags r:id="rId9"/>
            </p:custDataLst>
          </p:nvPr>
        </p:nvPicPr>
        <p:blipFill>
          <a:blip r:embed="rId19"/>
          <a:stretch>
            <a:fillRect/>
          </a:stretch>
        </p:blipFill>
        <p:spPr>
          <a:xfrm>
            <a:off x="1052512" y="2838450"/>
            <a:ext cx="180975" cy="209550"/>
          </a:xfrm>
          <a:prstGeom prst="rect">
            <a:avLst/>
          </a:prstGeom>
        </p:spPr>
      </p:pic>
      <p:pic>
        <p:nvPicPr>
          <p:cNvPr id="11" name="Picture 10" descr="image.png"/>
          <p:cNvPicPr>
            <a:picLocks noChangeAspect="1"/>
          </p:cNvPicPr>
          <p:nvPr>
            <p:custDataLst>
              <p:tags r:id="rId10"/>
            </p:custDataLst>
          </p:nvPr>
        </p:nvPicPr>
        <p:blipFill>
          <a:blip r:embed="rId20"/>
          <a:stretch>
            <a:fillRect/>
          </a:stretch>
        </p:blipFill>
        <p:spPr>
          <a:xfrm>
            <a:off x="6672262" y="2838450"/>
            <a:ext cx="180975" cy="209550"/>
          </a:xfrm>
          <a:prstGeom prst="rect">
            <a:avLst/>
          </a:prstGeom>
        </p:spPr>
      </p:pic>
      <p:sp>
        <p:nvSpPr>
          <p:cNvPr id="13" name="TextBox 12"/>
          <p:cNvSpPr txBox="1"/>
          <p:nvPr/>
        </p:nvSpPr>
        <p:spPr>
          <a:xfrm>
            <a:off x="487680" y="877570"/>
            <a:ext cx="6949440" cy="553998"/>
          </a:xfrm>
          <a:prstGeom prst="rect">
            <a:avLst/>
          </a:prstGeom>
          <a:noFill/>
        </p:spPr>
        <p:txBody>
          <a:bodyPr wrap="none" lIns="0" tIns="0" rIns="0" bIns="0" anchor="t">
            <a:spAutoFit/>
          </a:bodyPr>
          <a:lstStyle/>
          <a:p>
            <a:pPr algn="l"/>
            <a:r>
              <a:rPr sz="3200" b="1" i="0" u="none">
                <a:solidFill>
                  <a:srgbClr val="0F172A"/>
                </a:solidFill>
                <a:latin typeface="Calibri" panose="020F0502020204030204"/>
                <a:ea typeface="Calibri" panose="020F0502020204030204"/>
                <a:cs typeface="Calibri" panose="020F0502020204030204"/>
              </a:rPr>
              <a:t>Tiered Logistics &amp; Store-Warehouse</a:t>
            </a:r>
          </a:p>
        </p:txBody>
      </p:sp>
      <p:sp>
        <p:nvSpPr>
          <p:cNvPr id="14" name="TextBox 13"/>
          <p:cNvSpPr txBox="1"/>
          <p:nvPr>
            <p:custDataLst>
              <p:tags r:id="rId11"/>
            </p:custDataLst>
          </p:nvPr>
        </p:nvSpPr>
        <p:spPr>
          <a:xfrm>
            <a:off x="914400" y="3362325"/>
            <a:ext cx="4754880" cy="369332"/>
          </a:xfrm>
          <a:prstGeom prst="rect">
            <a:avLst/>
          </a:prstGeom>
          <a:noFill/>
        </p:spPr>
        <p:txBody>
          <a:bodyPr wrap="none" lIns="0" tIns="0" rIns="0" bIns="0" anchor="t">
            <a:spAutoFit/>
          </a:bodyPr>
          <a:lstStyle/>
          <a:p>
            <a:pPr algn="l"/>
            <a:r>
              <a:rPr sz="2400" b="1" i="0" u="none">
                <a:solidFill>
                  <a:srgbClr val="0F172A"/>
                </a:solidFill>
                <a:latin typeface="Calibri" panose="020F0502020204030204"/>
                <a:ea typeface="Calibri" panose="020F0502020204030204"/>
                <a:cs typeface="Calibri" panose="020F0502020204030204"/>
              </a:rPr>
              <a:t>Tiered Logistics</a:t>
            </a:r>
          </a:p>
        </p:txBody>
      </p:sp>
      <p:sp>
        <p:nvSpPr>
          <p:cNvPr id="15" name="TextBox 14"/>
          <p:cNvSpPr txBox="1"/>
          <p:nvPr>
            <p:custDataLst>
              <p:tags r:id="rId12"/>
            </p:custDataLst>
          </p:nvPr>
        </p:nvSpPr>
        <p:spPr>
          <a:xfrm>
            <a:off x="914400" y="3743325"/>
            <a:ext cx="4838700" cy="430887"/>
          </a:xfrm>
          <a:prstGeom prst="rect">
            <a:avLst/>
          </a:prstGeom>
          <a:noFill/>
        </p:spPr>
        <p:txBody>
          <a:bodyPr wrap="square" lIns="0" tIns="0" rIns="0" bIns="0" anchor="t">
            <a:spAutoFit/>
          </a:bodyPr>
          <a:lstStyle/>
          <a:p>
            <a:pPr algn="l"/>
            <a:r>
              <a:rPr sz="1400" b="0" i="0" u="none">
                <a:solidFill>
                  <a:srgbClr val="475569"/>
                </a:solidFill>
                <a:latin typeface="Calibri" panose="020F0502020204030204"/>
                <a:ea typeface="Calibri" panose="020F0502020204030204"/>
                <a:cs typeface="Calibri" panose="020F0502020204030204"/>
              </a:rPr>
              <a:t>High-flow ships direct to stores/CFCs; low-flow consolidates in CDCs — pull-based Min/Max replenishment.</a:t>
            </a:r>
          </a:p>
        </p:txBody>
      </p:sp>
      <p:sp>
        <p:nvSpPr>
          <p:cNvPr id="16" name="TextBox 15"/>
          <p:cNvSpPr txBox="1"/>
          <p:nvPr>
            <p:custDataLst>
              <p:tags r:id="rId13"/>
            </p:custDataLst>
          </p:nvPr>
        </p:nvSpPr>
        <p:spPr>
          <a:xfrm>
            <a:off x="6534150" y="3362325"/>
            <a:ext cx="4754880" cy="369332"/>
          </a:xfrm>
          <a:prstGeom prst="rect">
            <a:avLst/>
          </a:prstGeom>
          <a:noFill/>
        </p:spPr>
        <p:txBody>
          <a:bodyPr wrap="none" lIns="0" tIns="0" rIns="0" bIns="0" anchor="t">
            <a:spAutoFit/>
          </a:bodyPr>
          <a:lstStyle/>
          <a:p>
            <a:pPr algn="l"/>
            <a:r>
              <a:rPr sz="2400" b="1" i="0" u="none">
                <a:solidFill>
                  <a:srgbClr val="0F172A"/>
                </a:solidFill>
                <a:latin typeface="Calibri" panose="020F0502020204030204"/>
                <a:ea typeface="Calibri" panose="020F0502020204030204"/>
                <a:cs typeface="Calibri" panose="020F0502020204030204"/>
              </a:rPr>
              <a:t>Store-Warehouse &amp; DIY</a:t>
            </a:r>
          </a:p>
        </p:txBody>
      </p:sp>
      <p:sp>
        <p:nvSpPr>
          <p:cNvPr id="17" name="TextBox 16"/>
          <p:cNvSpPr txBox="1"/>
          <p:nvPr>
            <p:custDataLst>
              <p:tags r:id="rId14"/>
            </p:custDataLst>
          </p:nvPr>
        </p:nvSpPr>
        <p:spPr>
          <a:xfrm>
            <a:off x="6534150" y="3743325"/>
            <a:ext cx="4838700" cy="430887"/>
          </a:xfrm>
          <a:prstGeom prst="rect">
            <a:avLst/>
          </a:prstGeom>
          <a:noFill/>
        </p:spPr>
        <p:txBody>
          <a:bodyPr wrap="square" lIns="0" tIns="0" rIns="0" bIns="0" anchor="t">
            <a:spAutoFit/>
          </a:bodyPr>
          <a:lstStyle/>
          <a:p>
            <a:pPr algn="l"/>
            <a:r>
              <a:rPr sz="1400" b="0" i="0" u="none">
                <a:solidFill>
                  <a:srgbClr val="475569"/>
                </a:solidFill>
                <a:latin typeface="Calibri" panose="020F0502020204030204"/>
                <a:ea typeface="Calibri" panose="020F0502020204030204"/>
                <a:cs typeface="Calibri" panose="020F0502020204030204"/>
              </a:rPr>
              <a:t>Showrooms double as micro-warehouses with bulk replenishment; customers pick, pack and carry home.</a:t>
            </a:r>
          </a:p>
        </p:txBody>
      </p:sp>
      <p:sp>
        <p:nvSpPr>
          <p:cNvPr id="18" name="TextBox 17"/>
          <p:cNvSpPr txBox="1"/>
          <p:nvPr>
            <p:custDataLst>
              <p:tags r:id="rId15"/>
            </p:custDataLst>
          </p:nvPr>
        </p:nvSpPr>
        <p:spPr>
          <a:xfrm>
            <a:off x="1095375" y="4486275"/>
            <a:ext cx="4505325" cy="307340"/>
          </a:xfrm>
          <a:prstGeom prst="rect">
            <a:avLst/>
          </a:prstGeom>
          <a:noFill/>
        </p:spPr>
        <p:txBody>
          <a:bodyPr wrap="square" lIns="0" tIns="0" rIns="0" bIns="0" anchor="t">
            <a:spAutoFit/>
          </a:bodyPr>
          <a:lstStyle/>
          <a:p>
            <a:pPr algn="l"/>
            <a:r>
              <a:rPr sz="2000" i="0" u="none">
                <a:solidFill>
                  <a:srgbClr val="475569"/>
                </a:solidFill>
                <a:latin typeface="Calibri" panose="020F0502020204030204"/>
                <a:ea typeface="Calibri" panose="020F0502020204030204"/>
                <a:cs typeface="Calibri" panose="020F0502020204030204"/>
              </a:rPr>
              <a:t>POS × AI Pull · Min/Max · Damps Bullwhip</a:t>
            </a:r>
          </a:p>
        </p:txBody>
      </p:sp>
      <p:sp>
        <p:nvSpPr>
          <p:cNvPr id="19" name="TextBox 18"/>
          <p:cNvSpPr txBox="1"/>
          <p:nvPr>
            <p:custDataLst>
              <p:tags r:id="rId16"/>
            </p:custDataLst>
          </p:nvPr>
        </p:nvSpPr>
        <p:spPr>
          <a:xfrm>
            <a:off x="6715125" y="4486275"/>
            <a:ext cx="4505325" cy="307340"/>
          </a:xfrm>
          <a:prstGeom prst="rect">
            <a:avLst/>
          </a:prstGeom>
          <a:noFill/>
        </p:spPr>
        <p:txBody>
          <a:bodyPr wrap="square" lIns="0" tIns="0" rIns="0" bIns="0" anchor="t">
            <a:spAutoFit/>
          </a:bodyPr>
          <a:lstStyle/>
          <a:p>
            <a:pPr algn="l"/>
            <a:r>
              <a:rPr sz="2000" i="0" u="none">
                <a:solidFill>
                  <a:srgbClr val="475569"/>
                </a:solidFill>
                <a:latin typeface="Calibri" panose="020F0502020204030204"/>
                <a:ea typeface="Calibri" panose="020F0502020204030204"/>
                <a:cs typeface="Calibri" panose="020F0502020204030204"/>
              </a:rPr>
              <a:t>Result: Customer Covers Last Mile</a:t>
            </a:r>
          </a:p>
        </p:txBody>
      </p:sp>
      <p:sp>
        <p:nvSpPr>
          <p:cNvPr id="25" name="Google Shape;140;p15"/>
          <p:cNvSpPr txBox="1"/>
          <p:nvPr/>
        </p:nvSpPr>
        <p:spPr>
          <a:xfrm>
            <a:off x="264160" y="152400"/>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panose="020F0502020204030204"/>
                <a:ea typeface="Calibri" panose="020F0502020204030204"/>
                <a:cs typeface="Calibri" panose="020F0502020204030204"/>
                <a:sym typeface="Inter"/>
              </a:rPr>
              <a:t>01 / LOGISTICS &amp; FULFILLMENT</a:t>
            </a:r>
            <a:endParaRPr lang="en-US" sz="2400">
              <a:latin typeface="Calibri" panose="020F0502020204030204"/>
              <a:ea typeface="Calibri" panose="020F0502020204030204"/>
              <a:cs typeface="Calibri" panose="020F0502020204030204"/>
            </a:endParaRPr>
          </a:p>
        </p:txBody>
      </p:sp>
      <p:sp>
        <p:nvSpPr>
          <p:cNvPr id="27" name="Shape 1"/>
          <p:cNvSpPr/>
          <p:nvPr/>
        </p:nvSpPr>
        <p:spPr>
          <a:xfrm>
            <a:off x="289560" y="658368"/>
            <a:ext cx="11109960" cy="1"/>
          </a:xfrm>
          <a:prstGeom prst="line">
            <a:avLst/>
          </a:prstGeom>
          <a:noFill/>
          <a:ln w="12700">
            <a:solidFill>
              <a:srgbClr val="D8D0C2"/>
            </a:solidFill>
            <a:prstDash val="solid"/>
          </a:ln>
        </p:spPr>
        <p:txBody>
          <a:bodyPr/>
          <a:lstStyle/>
          <a:p>
            <a:endParaRPr/>
          </a:p>
        </p:txBody>
      </p:sp>
      <p:pic>
        <p:nvPicPr>
          <p:cNvPr id="20" name="Picture 19" descr="A chair and a table&#10;&#10;AI-generated content may be incorrect."/>
          <p:cNvPicPr>
            <a:picLocks noChangeAspect="1"/>
          </p:cNvPicPr>
          <p:nvPr/>
        </p:nvPicPr>
        <p:blipFill>
          <a:blip r:embed="rId21"/>
          <a:stretch>
            <a:fillRect/>
          </a:stretch>
        </p:blipFill>
        <p:spPr>
          <a:xfrm>
            <a:off x="7690485" y="50800"/>
            <a:ext cx="3891915" cy="2258695"/>
          </a:xfrm>
          <a:prstGeom prst="rect">
            <a:avLst/>
          </a:prstGeom>
        </p:spPr>
      </p:pic>
      <p:sp>
        <p:nvSpPr>
          <p:cNvPr id="12" name="Rounded Rectangle 2"/>
          <p:cNvSpPr/>
          <p:nvPr/>
        </p:nvSpPr>
        <p:spPr>
          <a:xfrm>
            <a:off x="647700" y="5535930"/>
            <a:ext cx="10443845" cy="1099185"/>
          </a:xfrm>
          <a:prstGeom prst="roundRect">
            <a:avLst>
              <a:gd name="adj" fmla="val 1159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panose="020F0502020204030204"/>
              <a:ea typeface="Calibri" panose="020F0502020204030204"/>
              <a:cs typeface="Calibri" panose="020F0502020204030204"/>
            </a:endParaRPr>
          </a:p>
        </p:txBody>
      </p:sp>
      <p:sp>
        <p:nvSpPr>
          <p:cNvPr id="21" name="TextBox 14"/>
          <p:cNvSpPr txBox="1"/>
          <p:nvPr/>
        </p:nvSpPr>
        <p:spPr>
          <a:xfrm>
            <a:off x="946785" y="5621020"/>
            <a:ext cx="2745740" cy="317500"/>
          </a:xfrm>
          <a:prstGeom prst="rect">
            <a:avLst/>
          </a:prstGeom>
          <a:noFill/>
        </p:spPr>
        <p:txBody>
          <a:bodyPr wrap="none" lIns="179933" tIns="0" rIns="0" bIns="0" anchor="t">
            <a:noAutofit/>
          </a:bodyPr>
          <a:lstStyle/>
          <a:p>
            <a:pPr algn="l"/>
            <a:r>
              <a:rPr sz="1800" b="1" i="0" u="none">
                <a:solidFill>
                  <a:srgbClr val="1E3A8A"/>
                </a:solidFill>
                <a:latin typeface="Calibri" panose="020F0502020204030204"/>
                <a:ea typeface="Calibri" panose="020F0502020204030204"/>
                <a:cs typeface="Calibri" panose="020F0502020204030204"/>
              </a:rPr>
              <a:t>Core Strategic Takeaway:</a:t>
            </a:r>
            <a:endParaRPr lang="en-US" sz="1800" b="1" i="0" u="none">
              <a:solidFill>
                <a:srgbClr val="1E3A8A"/>
              </a:solidFill>
              <a:latin typeface="Calibri" panose="020F0502020204030204"/>
              <a:ea typeface="Calibri" panose="020F0502020204030204"/>
              <a:cs typeface="Calibri" panose="020F0502020204030204"/>
            </a:endParaRPr>
          </a:p>
        </p:txBody>
      </p:sp>
      <p:sp>
        <p:nvSpPr>
          <p:cNvPr id="22" name="TextBox 15"/>
          <p:cNvSpPr txBox="1"/>
          <p:nvPr/>
        </p:nvSpPr>
        <p:spPr>
          <a:xfrm>
            <a:off x="1082040" y="5987415"/>
            <a:ext cx="10707370" cy="297815"/>
          </a:xfrm>
          <a:prstGeom prst="rect">
            <a:avLst/>
          </a:prstGeom>
          <a:noFill/>
        </p:spPr>
        <p:txBody>
          <a:bodyPr wrap="none" lIns="0" tIns="0" rIns="0" bIns="0" anchor="t">
            <a:noAutofit/>
          </a:bodyPr>
          <a:lstStyle/>
          <a:p>
            <a:pPr algn="l">
              <a:buSzTx/>
            </a:pPr>
            <a:r>
              <a:rPr sz="2000" b="0" i="0" u="none">
                <a:solidFill>
                  <a:srgbClr val="475569"/>
                </a:solidFill>
                <a:latin typeface="Calibri" panose="020F0502020204030204"/>
                <a:ea typeface="Calibri" panose="020F0502020204030204"/>
                <a:cs typeface="Calibri" panose="020F0502020204030204"/>
              </a:rPr>
              <a:t>Tiered flows + store-integrated self-service cut logistics cost to the industry minimum.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c73df1b599.png"/>
          <p:cNvPicPr>
            <a:picLocks noChangeAspect="1"/>
          </p:cNvPicPr>
          <p:nvPr/>
        </p:nvPicPr>
        <p:blipFill>
          <a:blip r:embed="rId3"/>
          <a:srcRect l="18889" r="18889"/>
          <a:stretch>
            <a:fillRect/>
          </a:stretch>
        </p:blipFill>
        <p:spPr>
          <a:xfrm>
            <a:off x="0" y="0"/>
            <a:ext cx="5913120" cy="6858000"/>
          </a:xfrm>
          <a:prstGeom prst="rect">
            <a:avLst/>
          </a:prstGeom>
        </p:spPr>
      </p:pic>
      <p:sp>
        <p:nvSpPr>
          <p:cNvPr id="3" name="Shape 0"/>
          <p:cNvSpPr/>
          <p:nvPr/>
        </p:nvSpPr>
        <p:spPr>
          <a:xfrm>
            <a:off x="6400800" y="0"/>
            <a:ext cx="5788152" cy="6858000"/>
          </a:xfrm>
          <a:prstGeom prst="rect">
            <a:avLst/>
          </a:prstGeom>
          <a:solidFill>
            <a:srgbClr val="FFFDF8"/>
          </a:solidFill>
          <a:ln w="12700">
            <a:solidFill>
              <a:srgbClr val="FFFDF8"/>
            </a:solidFill>
            <a:prstDash val="solid"/>
          </a:ln>
        </p:spPr>
      </p:sp>
      <p:sp>
        <p:nvSpPr>
          <p:cNvPr id="8" name="Text 5"/>
          <p:cNvSpPr/>
          <p:nvPr/>
        </p:nvSpPr>
        <p:spPr>
          <a:xfrm>
            <a:off x="6845935" y="2998470"/>
            <a:ext cx="957580" cy="182880"/>
          </a:xfrm>
          <a:prstGeom prst="rect">
            <a:avLst/>
          </a:prstGeom>
          <a:noFill/>
        </p:spPr>
        <p:txBody>
          <a:bodyPr wrap="square" lIns="0" tIns="0" rIns="0" bIns="0" rtlCol="0" anchor="ctr"/>
          <a:lstStyle/>
          <a:p>
            <a:pPr marL="0" indent="0" algn="ctr">
              <a:buNone/>
            </a:pPr>
            <a:r>
              <a:rPr lang="en-US" sz="850" b="1">
                <a:solidFill>
                  <a:srgbClr val="FFFFFF"/>
                </a:solidFill>
                <a:latin typeface="Calibri"/>
                <a:ea typeface="Calibri"/>
                <a:cs typeface="Calibri"/>
              </a:rPr>
              <a:t>ENGLISH VERSION</a:t>
            </a:r>
            <a:endParaRPr lang="en-US" sz="850">
              <a:latin typeface="Calibri"/>
              <a:ea typeface="Calibri"/>
              <a:cs typeface="Calibri"/>
            </a:endParaRPr>
          </a:p>
        </p:txBody>
      </p:sp>
      <p:sp>
        <p:nvSpPr>
          <p:cNvPr id="10" name="Text 7"/>
          <p:cNvSpPr/>
          <p:nvPr/>
        </p:nvSpPr>
        <p:spPr>
          <a:xfrm>
            <a:off x="502920" y="6446520"/>
            <a:ext cx="1280160" cy="182880"/>
          </a:xfrm>
          <a:prstGeom prst="rect">
            <a:avLst/>
          </a:prstGeom>
          <a:noFill/>
        </p:spPr>
        <p:txBody>
          <a:bodyPr wrap="square" lIns="0" tIns="0" rIns="0" bIns="0" rtlCol="0" anchor="ctr"/>
          <a:lstStyle/>
          <a:p>
            <a:pPr marL="0" indent="0">
              <a:buNone/>
            </a:pPr>
            <a:r>
              <a:rPr lang="en-US" sz="800">
                <a:solidFill>
                  <a:srgbClr val="64727B"/>
                </a:solidFill>
              </a:rPr>
              <a:t>ENGLISH</a:t>
            </a:r>
            <a:endParaRPr lang="en-US" sz="800"/>
          </a:p>
        </p:txBody>
      </p:sp>
      <p:sp>
        <p:nvSpPr>
          <p:cNvPr id="7" name="Rounded Rectangle 3"/>
          <p:cNvSpPr/>
          <p:nvPr/>
        </p:nvSpPr>
        <p:spPr>
          <a:xfrm>
            <a:off x="6340475" y="4553585"/>
            <a:ext cx="4943475" cy="342900"/>
          </a:xfrm>
          <a:prstGeom prst="roundRect">
            <a:avLst>
              <a:gd name="adj" fmla="val 13333"/>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2"/>
              </a:solidFill>
              <a:latin typeface="Calibri"/>
              <a:ea typeface="Calibri"/>
              <a:cs typeface="Calibri"/>
            </a:endParaRPr>
          </a:p>
        </p:txBody>
      </p:sp>
      <p:sp>
        <p:nvSpPr>
          <p:cNvPr id="11" name="TextBox 6"/>
          <p:cNvSpPr txBox="1"/>
          <p:nvPr/>
        </p:nvSpPr>
        <p:spPr>
          <a:xfrm>
            <a:off x="5974715" y="1763395"/>
            <a:ext cx="6313805" cy="1670050"/>
          </a:xfrm>
          <a:prstGeom prst="rect">
            <a:avLst/>
          </a:prstGeom>
          <a:noFill/>
        </p:spPr>
        <p:txBody>
          <a:bodyPr wrap="square" lIns="0" tIns="0" rIns="0" bIns="0" anchor="t">
            <a:noAutofit/>
          </a:bodyPr>
          <a:lstStyle/>
          <a:p>
            <a:r>
              <a:rPr lang="en-US" altLang="zh-CN" sz="3600" b="1" i="0" u="none">
                <a:solidFill>
                  <a:srgbClr val="0070C0"/>
                </a:solidFill>
                <a:latin typeface="Calibri"/>
                <a:ea typeface="Calibri"/>
                <a:cs typeface="Calibri"/>
              </a:rPr>
              <a:t> </a:t>
            </a:r>
            <a:r>
              <a:rPr lang="en-US" altLang="zh-CN" sz="4400" b="1">
                <a:solidFill>
                  <a:srgbClr val="0070C0"/>
                </a:solidFill>
                <a:latin typeface="Calibri"/>
                <a:ea typeface="Calibri"/>
                <a:cs typeface="Calibri"/>
              </a:rPr>
              <a:t>PEST Environment &amp; SWOT Strategic </a:t>
            </a:r>
            <a:r>
              <a:rPr lang="en-US" altLang="zh-CN" sz="4400" b="1" i="0" u="none">
                <a:solidFill>
                  <a:srgbClr val="0070C0"/>
                </a:solidFill>
                <a:latin typeface="Calibri"/>
                <a:ea typeface="Calibri"/>
                <a:cs typeface="Calibri"/>
              </a:rPr>
              <a:t>Roadmaps</a:t>
            </a:r>
            <a:endParaRPr lang="en-US" sz="3600">
              <a:solidFill>
                <a:srgbClr val="0070C0"/>
              </a:solidFill>
              <a:latin typeface="Calibri"/>
              <a:ea typeface="Calibri"/>
              <a:cs typeface="Calibri"/>
            </a:endParaRPr>
          </a:p>
        </p:txBody>
      </p:sp>
      <p:sp>
        <p:nvSpPr>
          <p:cNvPr id="13" name="TextBox 8"/>
          <p:cNvSpPr txBox="1"/>
          <p:nvPr/>
        </p:nvSpPr>
        <p:spPr>
          <a:xfrm>
            <a:off x="6690995" y="4576445"/>
            <a:ext cx="4715510" cy="173355"/>
          </a:xfrm>
          <a:prstGeom prst="rect">
            <a:avLst/>
          </a:prstGeom>
          <a:noFill/>
        </p:spPr>
        <p:txBody>
          <a:bodyPr wrap="square" lIns="0" tIns="0" rIns="0" bIns="0" anchor="t">
            <a:noAutofit/>
          </a:bodyPr>
          <a:lstStyle/>
          <a:p>
            <a:pPr algn="l"/>
            <a:r>
              <a:rPr lang="en-US" altLang="zh-CN" sz="1600" b="1" i="0" u="none">
                <a:solidFill>
                  <a:srgbClr val="E36C09"/>
                </a:solidFill>
                <a:latin typeface="Calibri"/>
                <a:ea typeface="Calibri"/>
                <a:cs typeface="Calibri"/>
              </a:rPr>
              <a:t>STRATEGIC EVALUATION &amp; CASE ANALYSIS</a:t>
            </a:r>
          </a:p>
          <a:p>
            <a:pPr algn="l"/>
            <a:endParaRPr lang="en-US" altLang="zh-CN" sz="1600" b="1" i="0" u="none">
              <a:solidFill>
                <a:srgbClr val="E36C09"/>
              </a:solidFill>
              <a:latin typeface="Calibri"/>
              <a:ea typeface="Calibri"/>
              <a:cs typeface="Calibri"/>
            </a:endParaRPr>
          </a:p>
        </p:txBody>
      </p:sp>
      <p:sp>
        <p:nvSpPr>
          <p:cNvPr id="5" name="Google Shape;85;p13">
            <a:extLst>
              <a:ext uri="{FF2B5EF4-FFF2-40B4-BE49-F238E27FC236}">
                <a16:creationId xmlns:a16="http://schemas.microsoft.com/office/drawing/2014/main" id="{70973AC4-5070-457B-177D-DB2918147204}"/>
              </a:ext>
            </a:extLst>
          </p:cNvPr>
          <p:cNvSpPr/>
          <p:nvPr/>
        </p:nvSpPr>
        <p:spPr>
          <a:xfrm>
            <a:off x="6096000" y="494149"/>
            <a:ext cx="968375" cy="314960"/>
          </a:xfrm>
          <a:prstGeom prst="roundRect">
            <a:avLst>
              <a:gd name="adj" fmla="val 12500"/>
            </a:avLst>
          </a:prstGeom>
          <a:solidFill>
            <a:srgbClr val="0051B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Google Shape;88;p13">
            <a:extLst>
              <a:ext uri="{FF2B5EF4-FFF2-40B4-BE49-F238E27FC236}">
                <a16:creationId xmlns:a16="http://schemas.microsoft.com/office/drawing/2014/main" id="{5809FEA3-FEE8-C649-352A-3773533F3C8D}"/>
              </a:ext>
            </a:extLst>
          </p:cNvPr>
          <p:cNvSpPr txBox="1"/>
          <p:nvPr/>
        </p:nvSpPr>
        <p:spPr>
          <a:xfrm>
            <a:off x="6319520" y="490339"/>
            <a:ext cx="50482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FFDA1A"/>
                </a:solidFill>
                <a:latin typeface="Calibri"/>
                <a:ea typeface="Calibri"/>
                <a:cs typeface="Calibri"/>
                <a:sym typeface="Inter"/>
              </a:rPr>
              <a:t>IKEA</a:t>
            </a:r>
            <a:endParaRPr sz="2400">
              <a:latin typeface="Calibri"/>
              <a:ea typeface="Calibri"/>
              <a:cs typeface="Calibri"/>
            </a:endParaRPr>
          </a:p>
        </p:txBody>
      </p:sp>
      <p:sp>
        <p:nvSpPr>
          <p:cNvPr id="14" name="Google Shape;89;p13">
            <a:extLst>
              <a:ext uri="{FF2B5EF4-FFF2-40B4-BE49-F238E27FC236}">
                <a16:creationId xmlns:a16="http://schemas.microsoft.com/office/drawing/2014/main" id="{1752ED04-5392-7E7B-5988-DB8AD96A0040}"/>
              </a:ext>
            </a:extLst>
          </p:cNvPr>
          <p:cNvSpPr txBox="1"/>
          <p:nvPr/>
        </p:nvSpPr>
        <p:spPr>
          <a:xfrm>
            <a:off x="7188835" y="524946"/>
            <a:ext cx="2393156"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a:solidFill>
                  <a:srgbClr val="94A3B8"/>
                </a:solidFill>
                <a:latin typeface="Calibri"/>
                <a:ea typeface="Calibri"/>
                <a:cs typeface="Calibri"/>
                <a:sym typeface="Inter"/>
              </a:rPr>
              <a:t>SUPPLY CHAIN STRATEGY</a:t>
            </a:r>
            <a:endParaRPr sz="2400">
              <a:latin typeface="Calibri"/>
              <a:ea typeface="Calibri"/>
              <a:cs typeface="Calibri"/>
            </a:endParaRPr>
          </a:p>
        </p:txBody>
      </p:sp>
      <p:sp>
        <p:nvSpPr>
          <p:cNvPr id="16" name="Google Shape;87;p13">
            <a:extLst>
              <a:ext uri="{FF2B5EF4-FFF2-40B4-BE49-F238E27FC236}">
                <a16:creationId xmlns:a16="http://schemas.microsoft.com/office/drawing/2014/main" id="{BB3D8002-353E-A531-F766-8A3EF3AD671B}"/>
              </a:ext>
            </a:extLst>
          </p:cNvPr>
          <p:cNvSpPr txBox="1"/>
          <p:nvPr/>
        </p:nvSpPr>
        <p:spPr>
          <a:xfrm>
            <a:off x="6096000" y="3427610"/>
            <a:ext cx="6089650"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94A3B8"/>
                </a:solidFill>
                <a:latin typeface="Calibri"/>
                <a:ea typeface="Calibri"/>
                <a:cs typeface="Calibri"/>
                <a:sym typeface="Inter"/>
              </a:rPr>
              <a:t>Evaluating macro-environmental forces and internal capabilities to architect resilient global fulfillment networks.</a:t>
            </a:r>
            <a:endParaRPr lang="en-US" sz="1600">
              <a:latin typeface="Calibri"/>
              <a:ea typeface="Calibri"/>
              <a:cs typeface="Calibri"/>
            </a:endParaRPr>
          </a:p>
        </p:txBody>
      </p:sp>
    </p:spTree>
    <p:extLst>
      <p:ext uri="{BB962C8B-B14F-4D97-AF65-F5344CB8AC3E}">
        <p14:creationId xmlns:p14="http://schemas.microsoft.com/office/powerpoint/2010/main" val="274457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3"/>
        <p:cNvGrpSpPr/>
        <p:nvPr/>
      </p:nvGrpSpPr>
      <p:grpSpPr>
        <a:xfrm>
          <a:off x="0" y="0"/>
          <a:ext cx="0" cy="0"/>
          <a:chOff x="0" y="0"/>
          <a:chExt cx="0" cy="0"/>
        </a:xfrm>
      </p:grpSpPr>
      <p:sp>
        <p:nvSpPr>
          <p:cNvPr id="94" name="Google Shape;94;p14"/>
          <p:cNvSpPr/>
          <p:nvPr/>
        </p:nvSpPr>
        <p:spPr>
          <a:xfrm>
            <a:off x="162560" y="2397442"/>
            <a:ext cx="5544820" cy="2847975"/>
          </a:xfrm>
          <a:prstGeom prst="roundRect">
            <a:avLst>
              <a:gd name="adj" fmla="val 5479"/>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95" name="Google Shape;95;p14"/>
          <p:cNvSpPr/>
          <p:nvPr/>
        </p:nvSpPr>
        <p:spPr>
          <a:xfrm>
            <a:off x="6240780" y="2397442"/>
            <a:ext cx="5524500" cy="2847975"/>
          </a:xfrm>
          <a:prstGeom prst="roundRect">
            <a:avLst>
              <a:gd name="adj" fmla="val 5479"/>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96" name="Google Shape;96;p14"/>
          <p:cNvSpPr/>
          <p:nvPr/>
        </p:nvSpPr>
        <p:spPr>
          <a:xfrm>
            <a:off x="142240" y="2387282"/>
            <a:ext cx="27940" cy="2847975"/>
          </a:xfrm>
          <a:prstGeom prst="rect">
            <a:avLst/>
          </a:prstGeom>
          <a:solidFill>
            <a:srgbClr val="0051B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97" name="Google Shape;97;p14"/>
          <p:cNvSpPr/>
          <p:nvPr/>
        </p:nvSpPr>
        <p:spPr>
          <a:xfrm>
            <a:off x="6220460" y="2387282"/>
            <a:ext cx="27940" cy="2847975"/>
          </a:xfrm>
          <a:prstGeom prst="rect">
            <a:avLst/>
          </a:prstGeom>
          <a:solidFill>
            <a:srgbClr val="16A3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98" name="Google Shape;98;p14"/>
          <p:cNvSpPr/>
          <p:nvPr/>
        </p:nvSpPr>
        <p:spPr>
          <a:xfrm>
            <a:off x="480060" y="2958147"/>
            <a:ext cx="2310130" cy="96710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99" name="Google Shape;99;p14"/>
          <p:cNvSpPr/>
          <p:nvPr/>
        </p:nvSpPr>
        <p:spPr>
          <a:xfrm>
            <a:off x="2924810" y="2958147"/>
            <a:ext cx="2360930" cy="98742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00" name="Google Shape;100;p14"/>
          <p:cNvSpPr/>
          <p:nvPr/>
        </p:nvSpPr>
        <p:spPr>
          <a:xfrm>
            <a:off x="480060" y="4059872"/>
            <a:ext cx="2299970" cy="125158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01" name="Google Shape;101;p14"/>
          <p:cNvSpPr/>
          <p:nvPr/>
        </p:nvSpPr>
        <p:spPr>
          <a:xfrm>
            <a:off x="2934970" y="4080192"/>
            <a:ext cx="2350770" cy="123126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02" name="Google Shape;102;p14"/>
          <p:cNvSpPr/>
          <p:nvPr/>
        </p:nvSpPr>
        <p:spPr>
          <a:xfrm>
            <a:off x="6507480" y="2958147"/>
            <a:ext cx="2381250" cy="100774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03" name="Google Shape;103;p14"/>
          <p:cNvSpPr/>
          <p:nvPr/>
        </p:nvSpPr>
        <p:spPr>
          <a:xfrm>
            <a:off x="9033510" y="2978467"/>
            <a:ext cx="2411730" cy="97726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04" name="Google Shape;104;p14"/>
          <p:cNvSpPr/>
          <p:nvPr/>
        </p:nvSpPr>
        <p:spPr>
          <a:xfrm>
            <a:off x="6548120" y="4080192"/>
            <a:ext cx="2381250" cy="117030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05" name="Google Shape;105;p14"/>
          <p:cNvSpPr/>
          <p:nvPr/>
        </p:nvSpPr>
        <p:spPr>
          <a:xfrm>
            <a:off x="9033510" y="4070032"/>
            <a:ext cx="2503170" cy="1180465"/>
          </a:xfrm>
          <a:prstGeom prst="roundRect">
            <a:avLst>
              <a:gd name="adj" fmla="val 13114"/>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pic>
        <p:nvPicPr>
          <p:cNvPr id="106" name="Google Shape;106;p14" descr="image.png"/>
          <p:cNvPicPr preferRelativeResize="0"/>
          <p:nvPr/>
        </p:nvPicPr>
        <p:blipFill rotWithShape="1">
          <a:blip r:embed="rId3">
            <a:alphaModFix/>
          </a:blip>
          <a:srcRect/>
          <a:stretch/>
        </p:blipFill>
        <p:spPr>
          <a:xfrm>
            <a:off x="429260" y="2640330"/>
            <a:ext cx="171450" cy="171450"/>
          </a:xfrm>
          <a:prstGeom prst="rect">
            <a:avLst/>
          </a:prstGeom>
          <a:noFill/>
          <a:ln>
            <a:noFill/>
          </a:ln>
        </p:spPr>
      </p:pic>
      <p:pic>
        <p:nvPicPr>
          <p:cNvPr id="107" name="Google Shape;107;p14" descr="image.png"/>
          <p:cNvPicPr preferRelativeResize="0"/>
          <p:nvPr/>
        </p:nvPicPr>
        <p:blipFill rotWithShape="1">
          <a:blip r:embed="rId4">
            <a:alphaModFix/>
          </a:blip>
          <a:srcRect/>
          <a:stretch/>
        </p:blipFill>
        <p:spPr>
          <a:xfrm>
            <a:off x="6507480" y="2620010"/>
            <a:ext cx="190500" cy="171450"/>
          </a:xfrm>
          <a:prstGeom prst="rect">
            <a:avLst/>
          </a:prstGeom>
          <a:noFill/>
          <a:ln>
            <a:noFill/>
          </a:ln>
        </p:spPr>
      </p:pic>
      <p:sp>
        <p:nvSpPr>
          <p:cNvPr id="108" name="Google Shape;108;p14"/>
          <p:cNvSpPr txBox="1"/>
          <p:nvPr/>
        </p:nvSpPr>
        <p:spPr>
          <a:xfrm>
            <a:off x="203200" y="264160"/>
            <a:ext cx="11068050" cy="430887"/>
          </a:xfrm>
          <a:prstGeom prst="rect">
            <a:avLst/>
          </a:prstGeom>
          <a:noFill/>
          <a:ln>
            <a:noFill/>
          </a:ln>
        </p:spPr>
        <p:txBody>
          <a:bodyPr spcFirstLastPara="1" wrap="square" lIns="0" tIns="0" rIns="0" bIns="0" anchor="t" anchorCtr="0">
            <a:spAutoFit/>
          </a:bodyPr>
          <a:lstStyle/>
          <a:p>
            <a:r>
              <a:rPr lang="en-US" sz="2400" b="1">
                <a:solidFill>
                  <a:srgbClr val="165AA7"/>
                </a:solidFill>
                <a:latin typeface="Calibri"/>
                <a:ea typeface="Calibri"/>
                <a:cs typeface="Calibri"/>
                <a:sym typeface="Inter"/>
              </a:rPr>
              <a:t>01 / Executive Overview</a:t>
            </a:r>
            <a:r>
              <a:rPr lang="en-US" sz="2800" b="1">
                <a:solidFill>
                  <a:srgbClr val="0051BA"/>
                </a:solidFill>
                <a:latin typeface="Calibri"/>
                <a:ea typeface="Calibri"/>
                <a:cs typeface="Calibri"/>
                <a:sym typeface="Inter"/>
              </a:rPr>
              <a:t> </a:t>
            </a:r>
            <a:endParaRPr lang="en-US" sz="2400" b="1">
              <a:solidFill>
                <a:srgbClr val="165AA7"/>
              </a:solidFill>
              <a:latin typeface="Calibri"/>
              <a:ea typeface="Calibri"/>
              <a:cs typeface="Calibri"/>
            </a:endParaRPr>
          </a:p>
        </p:txBody>
      </p:sp>
      <p:sp>
        <p:nvSpPr>
          <p:cNvPr id="109" name="Google Shape;109;p14"/>
          <p:cNvSpPr txBox="1"/>
          <p:nvPr/>
        </p:nvSpPr>
        <p:spPr>
          <a:xfrm>
            <a:off x="203200" y="899160"/>
            <a:ext cx="11582400"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i="0" u="none" strike="noStrike" cap="none">
                <a:solidFill>
                  <a:srgbClr val="0F172A"/>
                </a:solidFill>
                <a:latin typeface="Calibri"/>
                <a:ea typeface="Calibri"/>
                <a:cs typeface="Calibri"/>
                <a:sym typeface="Space Grotesk"/>
              </a:rPr>
              <a:t>Macro Environment vs. Internal Capabilities</a:t>
            </a:r>
            <a:endParaRPr sz="4000">
              <a:latin typeface="Calibri"/>
              <a:ea typeface="Calibri"/>
              <a:cs typeface="Calibri"/>
            </a:endParaRPr>
          </a:p>
        </p:txBody>
      </p:sp>
      <p:sp>
        <p:nvSpPr>
          <p:cNvPr id="110" name="Google Shape;110;p14"/>
          <p:cNvSpPr txBox="1"/>
          <p:nvPr/>
        </p:nvSpPr>
        <p:spPr>
          <a:xfrm>
            <a:off x="676910" y="2572167"/>
            <a:ext cx="6140767"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a:solidFill>
                  <a:srgbClr val="0051BA"/>
                </a:solidFill>
                <a:latin typeface="Calibri"/>
                <a:ea typeface="Calibri"/>
                <a:cs typeface="Calibri"/>
                <a:sym typeface="Inter"/>
              </a:rPr>
              <a:t>PEST Macro Pressures</a:t>
            </a:r>
            <a:endParaRPr sz="2000">
              <a:latin typeface="Calibri"/>
              <a:ea typeface="Calibri"/>
              <a:cs typeface="Calibri"/>
            </a:endParaRPr>
          </a:p>
        </p:txBody>
      </p:sp>
      <p:sp>
        <p:nvSpPr>
          <p:cNvPr id="111" name="Google Shape;111;p14"/>
          <p:cNvSpPr txBox="1"/>
          <p:nvPr/>
        </p:nvSpPr>
        <p:spPr>
          <a:xfrm>
            <a:off x="6774180" y="2551847"/>
            <a:ext cx="5448300"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a:solidFill>
                  <a:srgbClr val="16A34A"/>
                </a:solidFill>
                <a:latin typeface="Calibri"/>
                <a:ea typeface="Calibri"/>
                <a:cs typeface="Calibri"/>
                <a:sym typeface="Inter"/>
              </a:rPr>
              <a:t>SWOT Strategic Position</a:t>
            </a:r>
            <a:endParaRPr sz="2000">
              <a:latin typeface="Calibri"/>
              <a:ea typeface="Calibri"/>
              <a:cs typeface="Calibri"/>
            </a:endParaRPr>
          </a:p>
        </p:txBody>
      </p:sp>
      <p:sp>
        <p:nvSpPr>
          <p:cNvPr id="112" name="Google Shape;112;p14"/>
          <p:cNvSpPr txBox="1"/>
          <p:nvPr/>
        </p:nvSpPr>
        <p:spPr>
          <a:xfrm>
            <a:off x="513080" y="2981007"/>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Political</a:t>
            </a:r>
            <a:endParaRPr sz="2000">
              <a:latin typeface="Calibri"/>
              <a:ea typeface="Calibri"/>
              <a:cs typeface="Calibri"/>
            </a:endParaRPr>
          </a:p>
        </p:txBody>
      </p:sp>
      <p:sp>
        <p:nvSpPr>
          <p:cNvPr id="113" name="Google Shape;113;p14"/>
          <p:cNvSpPr txBox="1"/>
          <p:nvPr/>
        </p:nvSpPr>
        <p:spPr>
          <a:xfrm>
            <a:off x="3018790" y="2981007"/>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Economic</a:t>
            </a:r>
            <a:endParaRPr sz="2000">
              <a:latin typeface="Calibri"/>
              <a:ea typeface="Calibri"/>
              <a:cs typeface="Calibri"/>
            </a:endParaRPr>
          </a:p>
        </p:txBody>
      </p:sp>
      <p:sp>
        <p:nvSpPr>
          <p:cNvPr id="114" name="Google Shape;114;p14"/>
          <p:cNvSpPr txBox="1"/>
          <p:nvPr/>
        </p:nvSpPr>
        <p:spPr>
          <a:xfrm>
            <a:off x="543560" y="4235132"/>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Social</a:t>
            </a:r>
            <a:endParaRPr sz="2000">
              <a:latin typeface="Calibri"/>
              <a:ea typeface="Calibri"/>
              <a:cs typeface="Calibri"/>
            </a:endParaRPr>
          </a:p>
        </p:txBody>
      </p:sp>
      <p:sp>
        <p:nvSpPr>
          <p:cNvPr id="115" name="Google Shape;115;p14"/>
          <p:cNvSpPr txBox="1"/>
          <p:nvPr/>
        </p:nvSpPr>
        <p:spPr>
          <a:xfrm>
            <a:off x="3018790" y="4235132"/>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Technological</a:t>
            </a:r>
            <a:endParaRPr sz="2000">
              <a:latin typeface="Calibri"/>
              <a:ea typeface="Calibri"/>
              <a:cs typeface="Calibri"/>
            </a:endParaRPr>
          </a:p>
        </p:txBody>
      </p:sp>
      <p:sp>
        <p:nvSpPr>
          <p:cNvPr id="116" name="Google Shape;116;p14"/>
          <p:cNvSpPr txBox="1"/>
          <p:nvPr/>
        </p:nvSpPr>
        <p:spPr>
          <a:xfrm>
            <a:off x="6611620" y="2981007"/>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Strengths</a:t>
            </a:r>
            <a:endParaRPr sz="2000">
              <a:latin typeface="Calibri"/>
              <a:ea typeface="Calibri"/>
              <a:cs typeface="Calibri"/>
            </a:endParaRPr>
          </a:p>
        </p:txBody>
      </p:sp>
      <p:sp>
        <p:nvSpPr>
          <p:cNvPr id="117" name="Google Shape;117;p14"/>
          <p:cNvSpPr txBox="1"/>
          <p:nvPr/>
        </p:nvSpPr>
        <p:spPr>
          <a:xfrm>
            <a:off x="9137650" y="2981007"/>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Weaknesses</a:t>
            </a:r>
            <a:endParaRPr sz="2000">
              <a:latin typeface="Calibri"/>
              <a:ea typeface="Calibri"/>
              <a:cs typeface="Calibri"/>
            </a:endParaRPr>
          </a:p>
        </p:txBody>
      </p:sp>
      <p:sp>
        <p:nvSpPr>
          <p:cNvPr id="118" name="Google Shape;118;p14"/>
          <p:cNvSpPr txBox="1"/>
          <p:nvPr/>
        </p:nvSpPr>
        <p:spPr>
          <a:xfrm>
            <a:off x="6611620" y="4164012"/>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Opportunities</a:t>
            </a:r>
            <a:endParaRPr sz="2000">
              <a:latin typeface="Calibri"/>
              <a:ea typeface="Calibri"/>
              <a:cs typeface="Calibri"/>
            </a:endParaRPr>
          </a:p>
        </p:txBody>
      </p:sp>
      <p:sp>
        <p:nvSpPr>
          <p:cNvPr id="119" name="Google Shape;119;p14"/>
          <p:cNvSpPr txBox="1"/>
          <p:nvPr/>
        </p:nvSpPr>
        <p:spPr>
          <a:xfrm>
            <a:off x="9107170" y="4164012"/>
            <a:ext cx="22479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0F172A"/>
                </a:solidFill>
                <a:latin typeface="Calibri"/>
                <a:ea typeface="Calibri"/>
                <a:cs typeface="Calibri"/>
                <a:sym typeface="Inter"/>
              </a:rPr>
              <a:t>Threats</a:t>
            </a:r>
            <a:endParaRPr sz="2000">
              <a:latin typeface="Calibri"/>
              <a:ea typeface="Calibri"/>
              <a:cs typeface="Calibri"/>
            </a:endParaRPr>
          </a:p>
        </p:txBody>
      </p:sp>
      <p:sp>
        <p:nvSpPr>
          <p:cNvPr id="120" name="Google Shape;120;p14"/>
          <p:cNvSpPr txBox="1"/>
          <p:nvPr/>
        </p:nvSpPr>
        <p:spPr>
          <a:xfrm>
            <a:off x="543560" y="3292792"/>
            <a:ext cx="269081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Tariffs &amp; forestry regulation</a:t>
            </a:r>
            <a:endParaRPr sz="2000">
              <a:latin typeface="Calibri"/>
              <a:ea typeface="Calibri"/>
              <a:cs typeface="Calibri"/>
            </a:endParaRPr>
          </a:p>
        </p:txBody>
      </p:sp>
      <p:sp>
        <p:nvSpPr>
          <p:cNvPr id="121" name="Google Shape;121;p14"/>
          <p:cNvSpPr txBox="1"/>
          <p:nvPr/>
        </p:nvSpPr>
        <p:spPr>
          <a:xfrm>
            <a:off x="3039110" y="3292792"/>
            <a:ext cx="269081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Freight cost spikes &amp; inflation</a:t>
            </a:r>
            <a:endParaRPr sz="2000">
              <a:latin typeface="Calibri"/>
              <a:ea typeface="Calibri"/>
              <a:cs typeface="Calibri"/>
            </a:endParaRPr>
          </a:p>
        </p:txBody>
      </p:sp>
      <p:sp>
        <p:nvSpPr>
          <p:cNvPr id="122" name="Google Shape;122;p14"/>
          <p:cNvSpPr txBox="1"/>
          <p:nvPr/>
        </p:nvSpPr>
        <p:spPr>
          <a:xfrm>
            <a:off x="482600" y="4628197"/>
            <a:ext cx="269081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Circular economy &amp; urban delivery</a:t>
            </a:r>
            <a:endParaRPr sz="2000">
              <a:latin typeface="Calibri"/>
              <a:ea typeface="Calibri"/>
              <a:cs typeface="Calibri"/>
            </a:endParaRPr>
          </a:p>
        </p:txBody>
      </p:sp>
      <p:sp>
        <p:nvSpPr>
          <p:cNvPr id="123" name="Google Shape;123;p14"/>
          <p:cNvSpPr txBox="1"/>
          <p:nvPr/>
        </p:nvSpPr>
        <p:spPr>
          <a:xfrm>
            <a:off x="2937510" y="4678997"/>
            <a:ext cx="269081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Automated AS/RS &amp; AI forecasting</a:t>
            </a:r>
            <a:endParaRPr sz="2000">
              <a:latin typeface="Calibri"/>
              <a:ea typeface="Calibri"/>
              <a:cs typeface="Calibri"/>
            </a:endParaRPr>
          </a:p>
        </p:txBody>
      </p:sp>
      <p:sp>
        <p:nvSpPr>
          <p:cNvPr id="124" name="Google Shape;124;p14"/>
          <p:cNvSpPr txBox="1"/>
          <p:nvPr/>
        </p:nvSpPr>
        <p:spPr>
          <a:xfrm>
            <a:off x="6611620" y="3282632"/>
            <a:ext cx="223361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Flat-pack design &amp; global scale</a:t>
            </a:r>
            <a:endParaRPr sz="2000">
              <a:latin typeface="Calibri"/>
              <a:ea typeface="Calibri"/>
              <a:cs typeface="Calibri"/>
            </a:endParaRPr>
          </a:p>
        </p:txBody>
      </p:sp>
      <p:sp>
        <p:nvSpPr>
          <p:cNvPr id="125" name="Google Shape;125;p14"/>
          <p:cNvSpPr txBox="1"/>
          <p:nvPr/>
        </p:nvSpPr>
        <p:spPr>
          <a:xfrm>
            <a:off x="9147810" y="3323272"/>
            <a:ext cx="228441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Last-mile gap &amp; extended web</a:t>
            </a:r>
            <a:endParaRPr sz="2000">
              <a:latin typeface="Calibri"/>
              <a:ea typeface="Calibri"/>
              <a:cs typeface="Calibri"/>
            </a:endParaRPr>
          </a:p>
        </p:txBody>
      </p:sp>
      <p:sp>
        <p:nvSpPr>
          <p:cNvPr id="126" name="Google Shape;126;p14"/>
          <p:cNvSpPr txBox="1"/>
          <p:nvPr/>
        </p:nvSpPr>
        <p:spPr>
          <a:xfrm>
            <a:off x="6621780" y="4628197"/>
            <a:ext cx="222345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Urban MFCs &amp; AI demand sensing</a:t>
            </a:r>
            <a:endParaRPr sz="2000">
              <a:latin typeface="Calibri"/>
              <a:ea typeface="Calibri"/>
              <a:cs typeface="Calibri"/>
            </a:endParaRPr>
          </a:p>
        </p:txBody>
      </p:sp>
      <p:sp>
        <p:nvSpPr>
          <p:cNvPr id="127" name="Google Shape;127;p14"/>
          <p:cNvSpPr txBox="1"/>
          <p:nvPr/>
        </p:nvSpPr>
        <p:spPr>
          <a:xfrm>
            <a:off x="9107170" y="4638357"/>
            <a:ext cx="22539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u="none" strike="noStrike" cap="none">
                <a:solidFill>
                  <a:srgbClr val="475569"/>
                </a:solidFill>
                <a:latin typeface="Calibri"/>
                <a:ea typeface="Calibri"/>
                <a:cs typeface="Calibri"/>
                <a:sym typeface="Inter"/>
              </a:rPr>
              <a:t>Ocean disruptions &amp; local rivals</a:t>
            </a:r>
            <a:endParaRPr sz="2000">
              <a:latin typeface="Calibri"/>
              <a:ea typeface="Calibri"/>
              <a:cs typeface="Calibri"/>
            </a:endParaRPr>
          </a:p>
        </p:txBody>
      </p:sp>
      <p:sp>
        <p:nvSpPr>
          <p:cNvPr id="3" name="Shape 1">
            <a:extLst>
              <a:ext uri="{FF2B5EF4-FFF2-40B4-BE49-F238E27FC236}">
                <a16:creationId xmlns:a16="http://schemas.microsoft.com/office/drawing/2014/main" id="{9178F2F7-4CB6-894E-EEA7-923F5FF0EDE1}"/>
              </a:ext>
            </a:extLst>
          </p:cNvPr>
          <p:cNvSpPr/>
          <p:nvPr/>
        </p:nvSpPr>
        <p:spPr>
          <a:xfrm>
            <a:off x="167640" y="638048"/>
            <a:ext cx="11109960" cy="1"/>
          </a:xfrm>
          <a:prstGeom prst="line">
            <a:avLst/>
          </a:prstGeom>
          <a:noFill/>
          <a:ln w="12700">
            <a:solidFill>
              <a:srgbClr val="D8D0C2"/>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2062162"/>
            <a:ext cx="5295900" cy="1095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609600" y="3348037"/>
            <a:ext cx="5295900" cy="1095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ectangle 3"/>
          <p:cNvSpPr/>
          <p:nvPr/>
        </p:nvSpPr>
        <p:spPr>
          <a:xfrm>
            <a:off x="609600" y="4633912"/>
            <a:ext cx="5295900" cy="1095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ectangle 4"/>
          <p:cNvSpPr/>
          <p:nvPr/>
        </p:nvSpPr>
        <p:spPr>
          <a:xfrm>
            <a:off x="609600" y="2062162"/>
            <a:ext cx="38100" cy="1095375"/>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Rectangle 5"/>
          <p:cNvSpPr/>
          <p:nvPr/>
        </p:nvSpPr>
        <p:spPr>
          <a:xfrm>
            <a:off x="609600" y="3348037"/>
            <a:ext cx="38100" cy="1095375"/>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Rectangle 6"/>
          <p:cNvSpPr/>
          <p:nvPr/>
        </p:nvSpPr>
        <p:spPr>
          <a:xfrm>
            <a:off x="609600" y="4633912"/>
            <a:ext cx="38100" cy="1095375"/>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pic>
        <p:nvPicPr>
          <p:cNvPr id="8" name="Picture 7" descr="image.png"/>
          <p:cNvPicPr>
            <a:picLocks noChangeAspect="1"/>
          </p:cNvPicPr>
          <p:nvPr/>
        </p:nvPicPr>
        <p:blipFill>
          <a:blip r:embed="rId2"/>
          <a:stretch>
            <a:fillRect/>
          </a:stretch>
        </p:blipFill>
        <p:spPr>
          <a:xfrm>
            <a:off x="6286500" y="2085975"/>
            <a:ext cx="5295900" cy="3619500"/>
          </a:xfrm>
          <a:prstGeom prst="rect">
            <a:avLst/>
          </a:prstGeom>
        </p:spPr>
      </p:pic>
      <p:pic>
        <p:nvPicPr>
          <p:cNvPr id="9" name="Picture 8" descr="image.png"/>
          <p:cNvPicPr>
            <a:picLocks noChangeAspect="1"/>
          </p:cNvPicPr>
          <p:nvPr/>
        </p:nvPicPr>
        <p:blipFill>
          <a:blip r:embed="rId3"/>
          <a:stretch>
            <a:fillRect/>
          </a:stretch>
        </p:blipFill>
        <p:spPr>
          <a:xfrm>
            <a:off x="838200" y="2290762"/>
            <a:ext cx="171450" cy="171450"/>
          </a:xfrm>
          <a:prstGeom prst="rect">
            <a:avLst/>
          </a:prstGeom>
        </p:spPr>
      </p:pic>
      <p:pic>
        <p:nvPicPr>
          <p:cNvPr id="10" name="Picture 9" descr="image.png"/>
          <p:cNvPicPr>
            <a:picLocks noChangeAspect="1"/>
          </p:cNvPicPr>
          <p:nvPr/>
        </p:nvPicPr>
        <p:blipFill>
          <a:blip r:embed="rId4"/>
          <a:stretch>
            <a:fillRect/>
          </a:stretch>
        </p:blipFill>
        <p:spPr>
          <a:xfrm>
            <a:off x="838200" y="3576637"/>
            <a:ext cx="219075" cy="171450"/>
          </a:xfrm>
          <a:prstGeom prst="rect">
            <a:avLst/>
          </a:prstGeom>
        </p:spPr>
      </p:pic>
      <p:pic>
        <p:nvPicPr>
          <p:cNvPr id="11" name="Picture 10" descr="image.png"/>
          <p:cNvPicPr>
            <a:picLocks noChangeAspect="1"/>
          </p:cNvPicPr>
          <p:nvPr/>
        </p:nvPicPr>
        <p:blipFill>
          <a:blip r:embed="rId5"/>
          <a:stretch>
            <a:fillRect/>
          </a:stretch>
        </p:blipFill>
        <p:spPr>
          <a:xfrm>
            <a:off x="838200" y="4862512"/>
            <a:ext cx="171450" cy="171450"/>
          </a:xfrm>
          <a:prstGeom prst="rect">
            <a:avLst/>
          </a:prstGeom>
        </p:spPr>
      </p:pic>
      <p:sp>
        <p:nvSpPr>
          <p:cNvPr id="12" name="TextBox 11"/>
          <p:cNvSpPr txBox="1"/>
          <p:nvPr/>
        </p:nvSpPr>
        <p:spPr>
          <a:xfrm>
            <a:off x="589280" y="833120"/>
            <a:ext cx="2635209" cy="369332"/>
          </a:xfrm>
          <a:prstGeom prst="rect">
            <a:avLst/>
          </a:prstGeom>
          <a:noFill/>
        </p:spPr>
        <p:txBody>
          <a:bodyPr wrap="none" lIns="0" tIns="0" rIns="0" bIns="0" anchor="t">
            <a:spAutoFit/>
          </a:bodyPr>
          <a:lstStyle/>
          <a:p>
            <a:pPr algn="l"/>
            <a:r>
              <a:rPr sz="2400" b="1" i="0" u="none">
                <a:solidFill>
                  <a:srgbClr val="0058A3"/>
                </a:solidFill>
              </a:rPr>
              <a:t>STRATEGIC CONTEXT</a:t>
            </a:r>
          </a:p>
        </p:txBody>
      </p:sp>
      <p:sp>
        <p:nvSpPr>
          <p:cNvPr id="13" name="TextBox 12"/>
          <p:cNvSpPr txBox="1"/>
          <p:nvPr/>
        </p:nvSpPr>
        <p:spPr>
          <a:xfrm>
            <a:off x="586933" y="1350526"/>
            <a:ext cx="5315751" cy="369332"/>
          </a:xfrm>
          <a:prstGeom prst="rect">
            <a:avLst/>
          </a:prstGeom>
          <a:noFill/>
        </p:spPr>
        <p:txBody>
          <a:bodyPr wrap="none" lIns="0" tIns="0" rIns="0" bIns="0" anchor="t">
            <a:spAutoFit/>
          </a:bodyPr>
          <a:lstStyle/>
          <a:p>
            <a:pPr algn="l"/>
            <a:r>
              <a:rPr sz="2400" b="1" i="0" u="none">
                <a:solidFill>
                  <a:srgbClr val="0F172A"/>
                </a:solidFill>
              </a:rPr>
              <a:t>Aligning SCM Strategy with Macro Drivers</a:t>
            </a:r>
          </a:p>
        </p:txBody>
      </p:sp>
      <p:sp>
        <p:nvSpPr>
          <p:cNvPr id="14" name="TextBox 13"/>
          <p:cNvSpPr txBox="1"/>
          <p:nvPr/>
        </p:nvSpPr>
        <p:spPr>
          <a:xfrm>
            <a:off x="838200" y="2252662"/>
            <a:ext cx="2511906" cy="246221"/>
          </a:xfrm>
          <a:prstGeom prst="rect">
            <a:avLst/>
          </a:prstGeom>
          <a:noFill/>
        </p:spPr>
        <p:txBody>
          <a:bodyPr wrap="none" lIns="247650" tIns="0" rIns="0" bIns="0" anchor="t">
            <a:spAutoFit/>
          </a:bodyPr>
          <a:lstStyle/>
          <a:p>
            <a:pPr algn="l"/>
            <a:r>
              <a:rPr sz="1600" b="1" i="0" u="none">
                <a:solidFill>
                  <a:srgbClr val="0F172A"/>
                </a:solidFill>
              </a:rPr>
              <a:t>Global Sourcing Alignment</a:t>
            </a:r>
          </a:p>
        </p:txBody>
      </p:sp>
      <p:sp>
        <p:nvSpPr>
          <p:cNvPr id="15" name="TextBox 14"/>
          <p:cNvSpPr txBox="1"/>
          <p:nvPr/>
        </p:nvSpPr>
        <p:spPr>
          <a:xfrm>
            <a:off x="838200" y="2528887"/>
            <a:ext cx="4972050" cy="492443"/>
          </a:xfrm>
          <a:prstGeom prst="rect">
            <a:avLst/>
          </a:prstGeom>
          <a:noFill/>
        </p:spPr>
        <p:txBody>
          <a:bodyPr wrap="square" lIns="0" tIns="0" rIns="0" bIns="0" anchor="t">
            <a:spAutoFit/>
          </a:bodyPr>
          <a:lstStyle/>
          <a:p>
            <a:pPr algn="l"/>
            <a:r>
              <a:rPr sz="1600" b="0" i="0" u="none">
                <a:solidFill>
                  <a:srgbClr val="475569"/>
                </a:solidFill>
              </a:rPr>
              <a:t>Mitigating global trade disruption through nearshoring and regional supply networks.</a:t>
            </a:r>
          </a:p>
        </p:txBody>
      </p:sp>
      <p:sp>
        <p:nvSpPr>
          <p:cNvPr id="16" name="TextBox 15"/>
          <p:cNvSpPr txBox="1"/>
          <p:nvPr/>
        </p:nvSpPr>
        <p:spPr>
          <a:xfrm>
            <a:off x="838200" y="3538537"/>
            <a:ext cx="2436886" cy="246221"/>
          </a:xfrm>
          <a:prstGeom prst="rect">
            <a:avLst/>
          </a:prstGeom>
          <a:noFill/>
        </p:spPr>
        <p:txBody>
          <a:bodyPr wrap="none" lIns="295275" tIns="0" rIns="0" bIns="0" anchor="t">
            <a:spAutoFit/>
          </a:bodyPr>
          <a:lstStyle/>
          <a:p>
            <a:pPr algn="l"/>
            <a:r>
              <a:rPr sz="1600" b="1" i="0" u="none">
                <a:solidFill>
                  <a:srgbClr val="0F172A"/>
                </a:solidFill>
              </a:rPr>
              <a:t>Cost Optimization Engine</a:t>
            </a:r>
          </a:p>
        </p:txBody>
      </p:sp>
      <p:sp>
        <p:nvSpPr>
          <p:cNvPr id="17" name="TextBox 16"/>
          <p:cNvSpPr txBox="1"/>
          <p:nvPr/>
        </p:nvSpPr>
        <p:spPr>
          <a:xfrm>
            <a:off x="838200" y="3814762"/>
            <a:ext cx="4972050" cy="492443"/>
          </a:xfrm>
          <a:prstGeom prst="rect">
            <a:avLst/>
          </a:prstGeom>
          <a:noFill/>
        </p:spPr>
        <p:txBody>
          <a:bodyPr wrap="square" lIns="0" tIns="0" rIns="0" bIns="0" anchor="t">
            <a:spAutoFit/>
          </a:bodyPr>
          <a:lstStyle/>
          <a:p>
            <a:pPr algn="l"/>
            <a:r>
              <a:rPr sz="1600" b="0" i="0" u="none">
                <a:solidFill>
                  <a:srgbClr val="475569"/>
                </a:solidFill>
              </a:rPr>
              <a:t>Flat-pack packaging maximizing container utilization amidst freight price volatility.</a:t>
            </a:r>
          </a:p>
        </p:txBody>
      </p:sp>
      <p:sp>
        <p:nvSpPr>
          <p:cNvPr id="18" name="TextBox 17"/>
          <p:cNvSpPr txBox="1"/>
          <p:nvPr/>
        </p:nvSpPr>
        <p:spPr>
          <a:xfrm>
            <a:off x="838200" y="4824412"/>
            <a:ext cx="2583656" cy="246221"/>
          </a:xfrm>
          <a:prstGeom prst="rect">
            <a:avLst/>
          </a:prstGeom>
          <a:noFill/>
        </p:spPr>
        <p:txBody>
          <a:bodyPr wrap="none" lIns="247650" tIns="0" rIns="0" bIns="0" anchor="t">
            <a:spAutoFit/>
          </a:bodyPr>
          <a:lstStyle/>
          <a:p>
            <a:pPr algn="l"/>
            <a:r>
              <a:rPr sz="1600" b="1" i="0" u="none">
                <a:solidFill>
                  <a:srgbClr val="0F172A"/>
                </a:solidFill>
              </a:rPr>
              <a:t>Sustainable Transformation</a:t>
            </a:r>
          </a:p>
        </p:txBody>
      </p:sp>
      <p:sp>
        <p:nvSpPr>
          <p:cNvPr id="19" name="TextBox 18"/>
          <p:cNvSpPr txBox="1"/>
          <p:nvPr/>
        </p:nvSpPr>
        <p:spPr>
          <a:xfrm>
            <a:off x="838200" y="5100637"/>
            <a:ext cx="4972050" cy="492443"/>
          </a:xfrm>
          <a:prstGeom prst="rect">
            <a:avLst/>
          </a:prstGeom>
          <a:noFill/>
        </p:spPr>
        <p:txBody>
          <a:bodyPr wrap="square" lIns="0" tIns="0" rIns="0" bIns="0" anchor="t">
            <a:spAutoFit/>
          </a:bodyPr>
          <a:lstStyle/>
          <a:p>
            <a:pPr algn="l"/>
            <a:r>
              <a:rPr sz="1600" b="0" i="0" u="none">
                <a:solidFill>
                  <a:srgbClr val="475569"/>
                </a:solidFill>
              </a:rPr>
              <a:t>Transitioning toward zero-emission logistics and 100% FSC-certified timber sourcing.</a:t>
            </a:r>
          </a:p>
        </p:txBody>
      </p:sp>
      <p:sp>
        <p:nvSpPr>
          <p:cNvPr id="21" name="Google Shape;140;p15">
            <a:extLst>
              <a:ext uri="{FF2B5EF4-FFF2-40B4-BE49-F238E27FC236}">
                <a16:creationId xmlns:a16="http://schemas.microsoft.com/office/drawing/2014/main" id="{CEEEA4AD-EB7D-D109-7ADA-41EC74DA16B7}"/>
              </a:ext>
            </a:extLst>
          </p:cNvPr>
          <p:cNvSpPr txBox="1"/>
          <p:nvPr/>
        </p:nvSpPr>
        <p:spPr>
          <a:xfrm>
            <a:off x="243840" y="193040"/>
            <a:ext cx="616712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1BA"/>
                </a:solidFill>
                <a:latin typeface="Calibri"/>
                <a:ea typeface="Calibri"/>
                <a:cs typeface="Calibri"/>
                <a:sym typeface="Inter"/>
              </a:rPr>
              <a:t>02 / PEST ANALYSIS</a:t>
            </a:r>
            <a:endParaRPr lang="en-US" sz="2400">
              <a:latin typeface="Calibri"/>
              <a:ea typeface="Calibri"/>
              <a:cs typeface="Calibri"/>
            </a:endParaRPr>
          </a:p>
        </p:txBody>
      </p:sp>
      <p:sp>
        <p:nvSpPr>
          <p:cNvPr id="23" name="Shape 1">
            <a:extLst>
              <a:ext uri="{FF2B5EF4-FFF2-40B4-BE49-F238E27FC236}">
                <a16:creationId xmlns:a16="http://schemas.microsoft.com/office/drawing/2014/main" id="{0A1540F4-93D5-B1F3-017B-048C9AC56A7B}"/>
              </a:ext>
            </a:extLst>
          </p:cNvPr>
          <p:cNvSpPr/>
          <p:nvPr/>
        </p:nvSpPr>
        <p:spPr>
          <a:xfrm>
            <a:off x="259080" y="668528"/>
            <a:ext cx="11109960" cy="1"/>
          </a:xfrm>
          <a:prstGeom prst="line">
            <a:avLst/>
          </a:prstGeom>
          <a:noFill/>
          <a:ln w="12700">
            <a:solidFill>
              <a:srgbClr val="D8D0C2"/>
            </a:solidFill>
            <a:prstDash val="solid"/>
          </a:ln>
        </p:spPr>
      </p:sp>
    </p:spTree>
    <p:extLst>
      <p:ext uri="{BB962C8B-B14F-4D97-AF65-F5344CB8AC3E}">
        <p14:creationId xmlns:p14="http://schemas.microsoft.com/office/powerpoint/2010/main" val="3431496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409825"/>
            <a:ext cx="5353050" cy="2971800"/>
          </a:xfrm>
          <a:prstGeom prst="roundRect">
            <a:avLst>
              <a:gd name="adj" fmla="val 384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3" name="Rounded Rectangle 2"/>
          <p:cNvSpPr/>
          <p:nvPr/>
        </p:nvSpPr>
        <p:spPr>
          <a:xfrm>
            <a:off x="6229350" y="2409825"/>
            <a:ext cx="5353050" cy="2971800"/>
          </a:xfrm>
          <a:prstGeom prst="roundRect">
            <a:avLst>
              <a:gd name="adj" fmla="val 384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4" name="Rounded Rectangle 3"/>
          <p:cNvSpPr/>
          <p:nvPr/>
        </p:nvSpPr>
        <p:spPr>
          <a:xfrm>
            <a:off x="914400" y="4333875"/>
            <a:ext cx="4743450" cy="742950"/>
          </a:xfrm>
          <a:prstGeom prst="roundRect">
            <a:avLst>
              <a:gd name="adj" fmla="val 1025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5" name="Rounded Rectangle 4"/>
          <p:cNvSpPr/>
          <p:nvPr/>
        </p:nvSpPr>
        <p:spPr>
          <a:xfrm>
            <a:off x="6534150" y="4333875"/>
            <a:ext cx="4743450" cy="742950"/>
          </a:xfrm>
          <a:prstGeom prst="roundRect">
            <a:avLst>
              <a:gd name="adj" fmla="val 1025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6" name="Rectangle 5"/>
          <p:cNvSpPr/>
          <p:nvPr/>
        </p:nvSpPr>
        <p:spPr>
          <a:xfrm>
            <a:off x="914400" y="4333875"/>
            <a:ext cx="28575" cy="742950"/>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7" name="Rectangle 6"/>
          <p:cNvSpPr/>
          <p:nvPr/>
        </p:nvSpPr>
        <p:spPr>
          <a:xfrm>
            <a:off x="6534150" y="4333875"/>
            <a:ext cx="28575" cy="742950"/>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pic>
        <p:nvPicPr>
          <p:cNvPr id="8" name="Picture 7" descr="image.png"/>
          <p:cNvPicPr>
            <a:picLocks noChangeAspect="1"/>
          </p:cNvPicPr>
          <p:nvPr/>
        </p:nvPicPr>
        <p:blipFill>
          <a:blip r:embed="rId2"/>
          <a:stretch>
            <a:fillRect/>
          </a:stretch>
        </p:blipFill>
        <p:spPr>
          <a:xfrm>
            <a:off x="914400" y="2714625"/>
            <a:ext cx="457200" cy="457200"/>
          </a:xfrm>
          <a:prstGeom prst="rect">
            <a:avLst/>
          </a:prstGeom>
        </p:spPr>
      </p:pic>
      <p:pic>
        <p:nvPicPr>
          <p:cNvPr id="9" name="Picture 8" descr="image.png"/>
          <p:cNvPicPr>
            <a:picLocks noChangeAspect="1"/>
          </p:cNvPicPr>
          <p:nvPr/>
        </p:nvPicPr>
        <p:blipFill>
          <a:blip r:embed="rId2"/>
          <a:stretch>
            <a:fillRect/>
          </a:stretch>
        </p:blipFill>
        <p:spPr>
          <a:xfrm>
            <a:off x="6534150" y="2714625"/>
            <a:ext cx="457200" cy="457200"/>
          </a:xfrm>
          <a:prstGeom prst="rect">
            <a:avLst/>
          </a:prstGeom>
        </p:spPr>
      </p:pic>
      <p:pic>
        <p:nvPicPr>
          <p:cNvPr id="10" name="Picture 9" descr="image.png"/>
          <p:cNvPicPr>
            <a:picLocks noChangeAspect="1"/>
          </p:cNvPicPr>
          <p:nvPr/>
        </p:nvPicPr>
        <p:blipFill>
          <a:blip r:embed="rId3"/>
          <a:stretch>
            <a:fillRect/>
          </a:stretch>
        </p:blipFill>
        <p:spPr>
          <a:xfrm>
            <a:off x="1052512" y="2838450"/>
            <a:ext cx="180975" cy="209550"/>
          </a:xfrm>
          <a:prstGeom prst="rect">
            <a:avLst/>
          </a:prstGeom>
        </p:spPr>
      </p:pic>
      <p:pic>
        <p:nvPicPr>
          <p:cNvPr id="11" name="Picture 10" descr="image.png"/>
          <p:cNvPicPr>
            <a:picLocks noChangeAspect="1"/>
          </p:cNvPicPr>
          <p:nvPr/>
        </p:nvPicPr>
        <p:blipFill>
          <a:blip r:embed="rId4"/>
          <a:stretch>
            <a:fillRect/>
          </a:stretch>
        </p:blipFill>
        <p:spPr>
          <a:xfrm>
            <a:off x="6672262" y="2838450"/>
            <a:ext cx="180975" cy="209550"/>
          </a:xfrm>
          <a:prstGeom prst="rect">
            <a:avLst/>
          </a:prstGeom>
        </p:spPr>
      </p:pic>
      <p:sp>
        <p:nvSpPr>
          <p:cNvPr id="13" name="TextBox 12"/>
          <p:cNvSpPr txBox="1"/>
          <p:nvPr/>
        </p:nvSpPr>
        <p:spPr>
          <a:xfrm>
            <a:off x="487680" y="877570"/>
            <a:ext cx="4497321" cy="553998"/>
          </a:xfrm>
          <a:prstGeom prst="rect">
            <a:avLst/>
          </a:prstGeom>
          <a:noFill/>
        </p:spPr>
        <p:txBody>
          <a:bodyPr wrap="none" lIns="0" tIns="0" rIns="0" bIns="0" anchor="t">
            <a:spAutoFit/>
          </a:bodyPr>
          <a:lstStyle/>
          <a:p>
            <a:pPr algn="l"/>
            <a:r>
              <a:rPr sz="3600" b="1" i="0" u="none">
                <a:solidFill>
                  <a:srgbClr val="0F172A"/>
                </a:solidFill>
                <a:latin typeface="Calibri"/>
                <a:ea typeface="Calibri"/>
                <a:cs typeface="Calibri"/>
              </a:rPr>
              <a:t>Political &amp; Legal Drivers</a:t>
            </a:r>
          </a:p>
        </p:txBody>
      </p:sp>
      <p:sp>
        <p:nvSpPr>
          <p:cNvPr id="14" name="TextBox 13"/>
          <p:cNvSpPr txBox="1"/>
          <p:nvPr/>
        </p:nvSpPr>
        <p:spPr>
          <a:xfrm>
            <a:off x="914400" y="3362325"/>
            <a:ext cx="2971967" cy="369332"/>
          </a:xfrm>
          <a:prstGeom prst="rect">
            <a:avLst/>
          </a:prstGeom>
          <a:noFill/>
        </p:spPr>
        <p:txBody>
          <a:bodyPr wrap="none" lIns="0" tIns="0" rIns="0" bIns="0" anchor="t">
            <a:spAutoFit/>
          </a:bodyPr>
          <a:lstStyle/>
          <a:p>
            <a:pPr algn="l"/>
            <a:r>
              <a:rPr sz="2400" b="1" i="0" u="none">
                <a:solidFill>
                  <a:srgbClr val="0F172A"/>
                </a:solidFill>
                <a:latin typeface="Calibri"/>
                <a:ea typeface="Calibri"/>
                <a:cs typeface="Calibri"/>
              </a:rPr>
              <a:t>Tariffs &amp; Trade Barriers</a:t>
            </a:r>
          </a:p>
        </p:txBody>
      </p:sp>
      <p:sp>
        <p:nvSpPr>
          <p:cNvPr id="15" name="TextBox 14"/>
          <p:cNvSpPr txBox="1"/>
          <p:nvPr/>
        </p:nvSpPr>
        <p:spPr>
          <a:xfrm>
            <a:off x="914400" y="3743325"/>
            <a:ext cx="4838700" cy="430887"/>
          </a:xfrm>
          <a:prstGeom prst="rect">
            <a:avLst/>
          </a:prstGeom>
          <a:noFill/>
        </p:spPr>
        <p:txBody>
          <a:bodyPr wrap="square" lIns="0" tIns="0" rIns="0" bIns="0" anchor="t">
            <a:spAutoFit/>
          </a:bodyPr>
          <a:lstStyle/>
          <a:p>
            <a:pPr algn="l"/>
            <a:r>
              <a:rPr b="0" i="0" u="none">
                <a:solidFill>
                  <a:srgbClr val="475569"/>
                </a:solidFill>
                <a:latin typeface="Calibri"/>
                <a:ea typeface="Calibri"/>
                <a:cs typeface="Calibri"/>
              </a:rPr>
              <a:t>Rising geopolitical tensions and shifting import tariffs threaten extended global supply routes.</a:t>
            </a:r>
          </a:p>
        </p:txBody>
      </p:sp>
      <p:sp>
        <p:nvSpPr>
          <p:cNvPr id="16" name="TextBox 15"/>
          <p:cNvSpPr txBox="1"/>
          <p:nvPr/>
        </p:nvSpPr>
        <p:spPr>
          <a:xfrm>
            <a:off x="6534150" y="3362325"/>
            <a:ext cx="2612190" cy="369332"/>
          </a:xfrm>
          <a:prstGeom prst="rect">
            <a:avLst/>
          </a:prstGeom>
          <a:noFill/>
        </p:spPr>
        <p:txBody>
          <a:bodyPr wrap="none" lIns="0" tIns="0" rIns="0" bIns="0" anchor="t">
            <a:spAutoFit/>
          </a:bodyPr>
          <a:lstStyle/>
          <a:p>
            <a:pPr algn="l"/>
            <a:r>
              <a:rPr sz="2400" b="1" i="0" u="none">
                <a:solidFill>
                  <a:srgbClr val="0F172A"/>
                </a:solidFill>
                <a:latin typeface="Calibri"/>
                <a:ea typeface="Calibri"/>
                <a:cs typeface="Calibri"/>
              </a:rPr>
              <a:t>Forestry Regulations</a:t>
            </a:r>
          </a:p>
        </p:txBody>
      </p:sp>
      <p:sp>
        <p:nvSpPr>
          <p:cNvPr id="17" name="TextBox 16"/>
          <p:cNvSpPr txBox="1"/>
          <p:nvPr/>
        </p:nvSpPr>
        <p:spPr>
          <a:xfrm>
            <a:off x="6534150" y="3743325"/>
            <a:ext cx="4838700" cy="430887"/>
          </a:xfrm>
          <a:prstGeom prst="rect">
            <a:avLst/>
          </a:prstGeom>
          <a:noFill/>
        </p:spPr>
        <p:txBody>
          <a:bodyPr wrap="square" lIns="0" tIns="0" rIns="0" bIns="0" anchor="t">
            <a:spAutoFit/>
          </a:bodyPr>
          <a:lstStyle/>
          <a:p>
            <a:pPr algn="l"/>
            <a:r>
              <a:rPr b="0" i="0" u="none">
                <a:solidFill>
                  <a:srgbClr val="475569"/>
                </a:solidFill>
                <a:latin typeface="Calibri"/>
                <a:ea typeface="Calibri"/>
                <a:cs typeface="Calibri"/>
              </a:rPr>
              <a:t>Strict EU deforestation laws mandate full transparency across global raw material suppliers.</a:t>
            </a:r>
          </a:p>
        </p:txBody>
      </p:sp>
      <p:sp>
        <p:nvSpPr>
          <p:cNvPr id="18" name="TextBox 17"/>
          <p:cNvSpPr txBox="1"/>
          <p:nvPr/>
        </p:nvSpPr>
        <p:spPr>
          <a:xfrm>
            <a:off x="1095375" y="4486275"/>
            <a:ext cx="4505325" cy="215444"/>
          </a:xfrm>
          <a:prstGeom prst="rect">
            <a:avLst/>
          </a:prstGeom>
          <a:noFill/>
        </p:spPr>
        <p:txBody>
          <a:bodyPr wrap="square" lIns="0" tIns="0" rIns="0" bIns="0" anchor="t">
            <a:spAutoFit/>
          </a:bodyPr>
          <a:lstStyle/>
          <a:p>
            <a:pPr algn="l"/>
            <a:r>
              <a:rPr b="1" i="0" u="none">
                <a:solidFill>
                  <a:srgbClr val="0F172A"/>
                </a:solidFill>
                <a:latin typeface="Calibri"/>
                <a:ea typeface="Calibri"/>
                <a:cs typeface="Calibri"/>
              </a:rPr>
              <a:t>SCM Response: Regionalized Sourcing for Local Markets</a:t>
            </a:r>
          </a:p>
        </p:txBody>
      </p:sp>
      <p:sp>
        <p:nvSpPr>
          <p:cNvPr id="19" name="TextBox 18"/>
          <p:cNvSpPr txBox="1"/>
          <p:nvPr/>
        </p:nvSpPr>
        <p:spPr>
          <a:xfrm>
            <a:off x="6715125" y="4486275"/>
            <a:ext cx="4505325" cy="215444"/>
          </a:xfrm>
          <a:prstGeom prst="rect">
            <a:avLst/>
          </a:prstGeom>
          <a:noFill/>
        </p:spPr>
        <p:txBody>
          <a:bodyPr wrap="square" lIns="0" tIns="0" rIns="0" bIns="0" anchor="t">
            <a:spAutoFit/>
          </a:bodyPr>
          <a:lstStyle/>
          <a:p>
            <a:pPr algn="l"/>
            <a:r>
              <a:rPr b="1" i="0" u="none">
                <a:solidFill>
                  <a:srgbClr val="0F172A"/>
                </a:solidFill>
                <a:latin typeface="Calibri"/>
                <a:ea typeface="Calibri"/>
                <a:cs typeface="Calibri"/>
              </a:rPr>
              <a:t>SCM Response: Strict IWAY Supplier Compliance Standard</a:t>
            </a:r>
          </a:p>
        </p:txBody>
      </p:sp>
      <p:sp>
        <p:nvSpPr>
          <p:cNvPr id="25" name="Google Shape;140;p15">
            <a:extLst>
              <a:ext uri="{FF2B5EF4-FFF2-40B4-BE49-F238E27FC236}">
                <a16:creationId xmlns:a16="http://schemas.microsoft.com/office/drawing/2014/main" id="{FFA1221A-572C-F9AF-0794-C1D696DDB35E}"/>
              </a:ext>
            </a:extLst>
          </p:cNvPr>
          <p:cNvSpPr txBox="1"/>
          <p:nvPr/>
        </p:nvSpPr>
        <p:spPr>
          <a:xfrm>
            <a:off x="264160" y="152400"/>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a:ea typeface="Calibri"/>
                <a:cs typeface="Calibri"/>
                <a:sym typeface="Inter"/>
              </a:rPr>
              <a:t>02 / PEST ANALYSIS</a:t>
            </a:r>
            <a:r>
              <a:rPr lang="en-US" sz="2400" b="1">
                <a:solidFill>
                  <a:srgbClr val="0051BA"/>
                </a:solidFill>
                <a:latin typeface="Calibri"/>
                <a:ea typeface="Calibri"/>
                <a:cs typeface="Calibri"/>
                <a:sym typeface="Inter"/>
              </a:rPr>
              <a:t> Factor 01</a:t>
            </a:r>
            <a:endParaRPr lang="en-US" sz="2400">
              <a:latin typeface="Calibri"/>
              <a:ea typeface="Calibri"/>
              <a:cs typeface="Calibri"/>
            </a:endParaRPr>
          </a:p>
        </p:txBody>
      </p:sp>
      <p:sp>
        <p:nvSpPr>
          <p:cNvPr id="27" name="Shape 1">
            <a:extLst>
              <a:ext uri="{FF2B5EF4-FFF2-40B4-BE49-F238E27FC236}">
                <a16:creationId xmlns:a16="http://schemas.microsoft.com/office/drawing/2014/main" id="{8719BE57-2AF0-9A16-2F7D-916CDE2A5AC1}"/>
              </a:ext>
            </a:extLst>
          </p:cNvPr>
          <p:cNvSpPr/>
          <p:nvPr/>
        </p:nvSpPr>
        <p:spPr>
          <a:xfrm>
            <a:off x="289560" y="658368"/>
            <a:ext cx="11109960" cy="1"/>
          </a:xfrm>
          <a:prstGeom prst="line">
            <a:avLst/>
          </a:prstGeom>
          <a:noFill/>
          <a:ln w="12700">
            <a:solidFill>
              <a:srgbClr val="D8D0C2"/>
            </a:solidFill>
            <a:prstDash val="solid"/>
          </a:ln>
        </p:spPr>
      </p:sp>
      <p:pic>
        <p:nvPicPr>
          <p:cNvPr id="12" name="Picture 11" descr="A chair next to a slide&#10;&#10;AI-generated content may be incorrect.">
            <a:extLst>
              <a:ext uri="{FF2B5EF4-FFF2-40B4-BE49-F238E27FC236}">
                <a16:creationId xmlns:a16="http://schemas.microsoft.com/office/drawing/2014/main" id="{8E732045-4F5F-ABF9-7568-F7C56A4CA9D4}"/>
              </a:ext>
            </a:extLst>
          </p:cNvPr>
          <p:cNvPicPr>
            <a:picLocks noChangeAspect="1"/>
          </p:cNvPicPr>
          <p:nvPr/>
        </p:nvPicPr>
        <p:blipFill>
          <a:blip r:embed="rId5"/>
          <a:stretch>
            <a:fillRect/>
          </a:stretch>
        </p:blipFill>
        <p:spPr>
          <a:xfrm>
            <a:off x="8967394" y="861068"/>
            <a:ext cx="2733675" cy="2314575"/>
          </a:xfrm>
          <a:prstGeom prst="rect">
            <a:avLst/>
          </a:prstGeom>
        </p:spPr>
      </p:pic>
      <p:pic>
        <p:nvPicPr>
          <p:cNvPr id="20" name="Picture 19" descr="A chair and a table&#10;&#10;AI-generated content may be incorrect.">
            <a:extLst>
              <a:ext uri="{FF2B5EF4-FFF2-40B4-BE49-F238E27FC236}">
                <a16:creationId xmlns:a16="http://schemas.microsoft.com/office/drawing/2014/main" id="{9122C80C-34FC-C5AA-FBD9-5FA7521A7F5D}"/>
              </a:ext>
            </a:extLst>
          </p:cNvPr>
          <p:cNvPicPr>
            <a:picLocks noChangeAspect="1"/>
          </p:cNvPicPr>
          <p:nvPr/>
        </p:nvPicPr>
        <p:blipFill>
          <a:blip r:embed="rId6"/>
          <a:stretch>
            <a:fillRect/>
          </a:stretch>
        </p:blipFill>
        <p:spPr>
          <a:xfrm>
            <a:off x="6236750" y="524623"/>
            <a:ext cx="2898749" cy="2086921"/>
          </a:xfrm>
          <a:prstGeom prst="rect">
            <a:avLst/>
          </a:prstGeom>
        </p:spPr>
      </p:pic>
    </p:spTree>
    <p:extLst>
      <p:ext uri="{BB962C8B-B14F-4D97-AF65-F5344CB8AC3E}">
        <p14:creationId xmlns:p14="http://schemas.microsoft.com/office/powerpoint/2010/main" val="96327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descr="A group of people holding a box&#10;&#10;AI-generated content may be incorrect.">
            <a:extLst>
              <a:ext uri="{FF2B5EF4-FFF2-40B4-BE49-F238E27FC236}">
                <a16:creationId xmlns:a16="http://schemas.microsoft.com/office/drawing/2014/main" id="{B9B88220-16FC-ACA2-6BE7-DFEA402B759C}"/>
              </a:ext>
            </a:extLst>
          </p:cNvPr>
          <p:cNvPicPr>
            <a:picLocks noChangeAspect="1"/>
          </p:cNvPicPr>
          <p:nvPr/>
        </p:nvPicPr>
        <p:blipFill>
          <a:blip r:embed="rId2"/>
          <a:stretch>
            <a:fillRect/>
          </a:stretch>
        </p:blipFill>
        <p:spPr>
          <a:xfrm>
            <a:off x="-1482" y="4263421"/>
            <a:ext cx="3227295" cy="2657554"/>
          </a:xfrm>
          <a:prstGeom prst="rect">
            <a:avLst/>
          </a:prstGeom>
        </p:spPr>
      </p:pic>
      <p:pic>
        <p:nvPicPr>
          <p:cNvPr id="16" name="Picture 15" descr="A group of blue vehicles parked in front of a building&#10;&#10;AI-generated content may be incorrect.">
            <a:extLst>
              <a:ext uri="{FF2B5EF4-FFF2-40B4-BE49-F238E27FC236}">
                <a16:creationId xmlns:a16="http://schemas.microsoft.com/office/drawing/2014/main" id="{4C5F1DAF-6007-57C5-96C9-6EE9EF7FE754}"/>
              </a:ext>
            </a:extLst>
          </p:cNvPr>
          <p:cNvPicPr>
            <a:picLocks noChangeAspect="1"/>
          </p:cNvPicPr>
          <p:nvPr/>
        </p:nvPicPr>
        <p:blipFill>
          <a:blip r:embed="rId3"/>
          <a:stretch>
            <a:fillRect/>
          </a:stretch>
        </p:blipFill>
        <p:spPr>
          <a:xfrm>
            <a:off x="9359769" y="46129"/>
            <a:ext cx="2830579" cy="2754221"/>
          </a:xfrm>
          <a:prstGeom prst="rect">
            <a:avLst/>
          </a:prstGeom>
        </p:spPr>
      </p:pic>
      <p:sp>
        <p:nvSpPr>
          <p:cNvPr id="2" name="Rounded Rectangle 1"/>
          <p:cNvSpPr/>
          <p:nvPr/>
        </p:nvSpPr>
        <p:spPr>
          <a:xfrm>
            <a:off x="433269" y="2792517"/>
            <a:ext cx="3238500" cy="2105025"/>
          </a:xfrm>
          <a:prstGeom prst="roundRect">
            <a:avLst>
              <a:gd name="adj" fmla="val 5429"/>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3" name="Rounded Rectangle 2"/>
          <p:cNvSpPr/>
          <p:nvPr/>
        </p:nvSpPr>
        <p:spPr>
          <a:xfrm>
            <a:off x="4191000" y="2276475"/>
            <a:ext cx="739140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Calibri"/>
              <a:ea typeface="Calibri"/>
              <a:cs typeface="Calibri"/>
            </a:endParaRPr>
          </a:p>
        </p:txBody>
      </p:sp>
      <p:sp>
        <p:nvSpPr>
          <p:cNvPr id="4" name="Rounded Rectangle 3"/>
          <p:cNvSpPr/>
          <p:nvPr/>
        </p:nvSpPr>
        <p:spPr>
          <a:xfrm>
            <a:off x="4191000" y="3381375"/>
            <a:ext cx="739140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Calibri"/>
              <a:ea typeface="Calibri"/>
              <a:cs typeface="Calibri"/>
            </a:endParaRPr>
          </a:p>
        </p:txBody>
      </p:sp>
      <p:sp>
        <p:nvSpPr>
          <p:cNvPr id="5" name="Rounded Rectangle 4"/>
          <p:cNvSpPr/>
          <p:nvPr/>
        </p:nvSpPr>
        <p:spPr>
          <a:xfrm>
            <a:off x="4191000" y="4486275"/>
            <a:ext cx="739140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Calibri"/>
              <a:ea typeface="Calibri"/>
              <a:cs typeface="Calibri"/>
            </a:endParaRPr>
          </a:p>
        </p:txBody>
      </p:sp>
      <p:sp>
        <p:nvSpPr>
          <p:cNvPr id="7" name="TextBox 6"/>
          <p:cNvSpPr txBox="1"/>
          <p:nvPr/>
        </p:nvSpPr>
        <p:spPr>
          <a:xfrm>
            <a:off x="609600" y="1151890"/>
            <a:ext cx="6830909" cy="553998"/>
          </a:xfrm>
          <a:prstGeom prst="rect">
            <a:avLst/>
          </a:prstGeom>
          <a:noFill/>
        </p:spPr>
        <p:txBody>
          <a:bodyPr wrap="none" lIns="0" tIns="0" rIns="0" bIns="0" anchor="t">
            <a:spAutoFit/>
          </a:bodyPr>
          <a:lstStyle/>
          <a:p>
            <a:pPr algn="l"/>
            <a:r>
              <a:rPr sz="3600" b="1" i="0" u="none">
                <a:solidFill>
                  <a:srgbClr val="0F172A"/>
                </a:solidFill>
                <a:latin typeface="Calibri"/>
                <a:ea typeface="Calibri"/>
                <a:cs typeface="Calibri"/>
              </a:rPr>
              <a:t>Economic Impact &amp; Cost Leadership</a:t>
            </a:r>
          </a:p>
        </p:txBody>
      </p:sp>
      <p:sp>
        <p:nvSpPr>
          <p:cNvPr id="8" name="TextBox 7"/>
          <p:cNvSpPr txBox="1"/>
          <p:nvPr/>
        </p:nvSpPr>
        <p:spPr>
          <a:xfrm>
            <a:off x="776169" y="3135417"/>
            <a:ext cx="1723229" cy="664797"/>
          </a:xfrm>
          <a:prstGeom prst="rect">
            <a:avLst/>
          </a:prstGeom>
          <a:noFill/>
        </p:spPr>
        <p:txBody>
          <a:bodyPr wrap="none" lIns="0" tIns="0" rIns="0" bIns="0" anchor="t">
            <a:spAutoFit/>
          </a:bodyPr>
          <a:lstStyle/>
          <a:p>
            <a:pPr algn="l">
              <a:lnSpc>
                <a:spcPts val="4800"/>
              </a:lnSpc>
            </a:pPr>
            <a:r>
              <a:rPr sz="6000" b="1" i="0" u="none">
                <a:solidFill>
                  <a:srgbClr val="FFDA1A"/>
                </a:solidFill>
                <a:latin typeface="Calibri"/>
                <a:ea typeface="Calibri"/>
                <a:cs typeface="Calibri"/>
              </a:rPr>
              <a:t>50%+</a:t>
            </a:r>
          </a:p>
        </p:txBody>
      </p:sp>
      <p:sp>
        <p:nvSpPr>
          <p:cNvPr id="9" name="TextBox 8"/>
          <p:cNvSpPr txBox="1"/>
          <p:nvPr/>
        </p:nvSpPr>
        <p:spPr>
          <a:xfrm>
            <a:off x="776169" y="3897417"/>
            <a:ext cx="2647950" cy="738664"/>
          </a:xfrm>
          <a:prstGeom prst="rect">
            <a:avLst/>
          </a:prstGeom>
          <a:noFill/>
        </p:spPr>
        <p:txBody>
          <a:bodyPr wrap="square" lIns="0" tIns="0" rIns="0" bIns="0" anchor="t">
            <a:spAutoFit/>
          </a:bodyPr>
          <a:lstStyle/>
          <a:p>
            <a:pPr algn="l"/>
            <a:r>
              <a:rPr sz="1600" b="1" i="0" u="none">
                <a:solidFill>
                  <a:srgbClr val="FFFFFF"/>
                </a:solidFill>
                <a:latin typeface="Calibri"/>
                <a:ea typeface="Calibri"/>
                <a:cs typeface="Calibri"/>
              </a:rPr>
              <a:t>Reduction in transport volume achieved via flat-pack packaging density.</a:t>
            </a:r>
          </a:p>
        </p:txBody>
      </p:sp>
      <p:sp>
        <p:nvSpPr>
          <p:cNvPr id="10" name="TextBox 9"/>
          <p:cNvSpPr txBox="1"/>
          <p:nvPr/>
        </p:nvSpPr>
        <p:spPr>
          <a:xfrm>
            <a:off x="4419600" y="2505075"/>
            <a:ext cx="3164008" cy="307777"/>
          </a:xfrm>
          <a:prstGeom prst="rect">
            <a:avLst/>
          </a:prstGeom>
          <a:noFill/>
        </p:spPr>
        <p:txBody>
          <a:bodyPr wrap="none" lIns="0" tIns="0" rIns="0" bIns="0" anchor="t">
            <a:spAutoFit/>
          </a:bodyPr>
          <a:lstStyle/>
          <a:p>
            <a:pPr algn="l"/>
            <a:r>
              <a:rPr sz="2000" b="1" i="0" u="none">
                <a:solidFill>
                  <a:srgbClr val="0F172A"/>
                </a:solidFill>
                <a:latin typeface="Calibri"/>
                <a:ea typeface="Calibri"/>
                <a:cs typeface="Calibri"/>
              </a:rPr>
              <a:t>Container Space Optimization</a:t>
            </a:r>
          </a:p>
        </p:txBody>
      </p:sp>
      <p:sp>
        <p:nvSpPr>
          <p:cNvPr id="11" name="TextBox 10"/>
          <p:cNvSpPr txBox="1"/>
          <p:nvPr/>
        </p:nvSpPr>
        <p:spPr>
          <a:xfrm>
            <a:off x="4419600" y="2781300"/>
            <a:ext cx="6009081" cy="307777"/>
          </a:xfrm>
          <a:prstGeom prst="rect">
            <a:avLst/>
          </a:prstGeom>
          <a:noFill/>
        </p:spPr>
        <p:txBody>
          <a:bodyPr wrap="none" lIns="0" tIns="0" rIns="0" bIns="0" anchor="t">
            <a:spAutoFit/>
          </a:bodyPr>
          <a:lstStyle/>
          <a:p>
            <a:pPr algn="l"/>
            <a:r>
              <a:rPr sz="2000" b="0" i="0" u="none">
                <a:solidFill>
                  <a:srgbClr val="475569"/>
                </a:solidFill>
                <a:latin typeface="Calibri"/>
                <a:ea typeface="Calibri"/>
                <a:cs typeface="Calibri"/>
              </a:rPr>
              <a:t>Eliminates shipping empty air across ocean freight routes.</a:t>
            </a:r>
          </a:p>
        </p:txBody>
      </p:sp>
      <p:sp>
        <p:nvSpPr>
          <p:cNvPr id="12" name="TextBox 11"/>
          <p:cNvSpPr txBox="1"/>
          <p:nvPr/>
        </p:nvSpPr>
        <p:spPr>
          <a:xfrm>
            <a:off x="4419600" y="3609975"/>
            <a:ext cx="3200171" cy="307777"/>
          </a:xfrm>
          <a:prstGeom prst="rect">
            <a:avLst/>
          </a:prstGeom>
          <a:noFill/>
        </p:spPr>
        <p:txBody>
          <a:bodyPr wrap="none" lIns="0" tIns="0" rIns="0" bIns="0" anchor="t">
            <a:spAutoFit/>
          </a:bodyPr>
          <a:lstStyle/>
          <a:p>
            <a:pPr algn="l"/>
            <a:r>
              <a:rPr sz="2000" b="1" i="0" u="none">
                <a:solidFill>
                  <a:srgbClr val="0F172A"/>
                </a:solidFill>
                <a:latin typeface="Calibri"/>
                <a:ea typeface="Calibri"/>
                <a:cs typeface="Calibri"/>
              </a:rPr>
              <a:t>High-Volume Scale Purchasing</a:t>
            </a:r>
          </a:p>
        </p:txBody>
      </p:sp>
      <p:sp>
        <p:nvSpPr>
          <p:cNvPr id="13" name="TextBox 12"/>
          <p:cNvSpPr txBox="1"/>
          <p:nvPr/>
        </p:nvSpPr>
        <p:spPr>
          <a:xfrm>
            <a:off x="4419600" y="3886200"/>
            <a:ext cx="5843523" cy="307777"/>
          </a:xfrm>
          <a:prstGeom prst="rect">
            <a:avLst/>
          </a:prstGeom>
          <a:noFill/>
        </p:spPr>
        <p:txBody>
          <a:bodyPr wrap="none" lIns="0" tIns="0" rIns="0" bIns="0" anchor="t">
            <a:spAutoFit/>
          </a:bodyPr>
          <a:lstStyle/>
          <a:p>
            <a:pPr algn="l"/>
            <a:r>
              <a:rPr sz="2000" b="0" i="0" u="none">
                <a:solidFill>
                  <a:srgbClr val="475569"/>
                </a:solidFill>
                <a:latin typeface="Calibri"/>
                <a:ea typeface="Calibri"/>
                <a:cs typeface="Calibri"/>
              </a:rPr>
              <a:t>Locks in low long-term pricing with global supplier hubs.</a:t>
            </a:r>
          </a:p>
        </p:txBody>
      </p:sp>
      <p:sp>
        <p:nvSpPr>
          <p:cNvPr id="14" name="TextBox 13"/>
          <p:cNvSpPr txBox="1"/>
          <p:nvPr/>
        </p:nvSpPr>
        <p:spPr>
          <a:xfrm>
            <a:off x="4419600" y="4714875"/>
            <a:ext cx="2836226" cy="307777"/>
          </a:xfrm>
          <a:prstGeom prst="rect">
            <a:avLst/>
          </a:prstGeom>
          <a:noFill/>
        </p:spPr>
        <p:txBody>
          <a:bodyPr wrap="none" lIns="0" tIns="0" rIns="0" bIns="0" anchor="t">
            <a:spAutoFit/>
          </a:bodyPr>
          <a:lstStyle/>
          <a:p>
            <a:pPr algn="l"/>
            <a:r>
              <a:rPr sz="2000" b="1" i="0" u="none">
                <a:solidFill>
                  <a:srgbClr val="0F172A"/>
                </a:solidFill>
                <a:latin typeface="Calibri"/>
                <a:ea typeface="Calibri"/>
                <a:cs typeface="Calibri"/>
              </a:rPr>
              <a:t>Customer-Driven Last-Mile</a:t>
            </a:r>
          </a:p>
        </p:txBody>
      </p:sp>
      <p:sp>
        <p:nvSpPr>
          <p:cNvPr id="15" name="TextBox 14"/>
          <p:cNvSpPr txBox="1"/>
          <p:nvPr/>
        </p:nvSpPr>
        <p:spPr>
          <a:xfrm>
            <a:off x="4419600" y="4991100"/>
            <a:ext cx="6039538" cy="307777"/>
          </a:xfrm>
          <a:prstGeom prst="rect">
            <a:avLst/>
          </a:prstGeom>
          <a:noFill/>
        </p:spPr>
        <p:txBody>
          <a:bodyPr wrap="none" lIns="0" tIns="0" rIns="0" bIns="0" anchor="t">
            <a:spAutoFit/>
          </a:bodyPr>
          <a:lstStyle/>
          <a:p>
            <a:pPr algn="l"/>
            <a:r>
              <a:rPr sz="2000" b="0" i="0" u="none">
                <a:solidFill>
                  <a:srgbClr val="475569"/>
                </a:solidFill>
                <a:latin typeface="Calibri"/>
                <a:ea typeface="Calibri"/>
                <a:cs typeface="Calibri"/>
              </a:rPr>
              <a:t>Shifts final delivery and assembly labor to end consumers.</a:t>
            </a:r>
          </a:p>
        </p:txBody>
      </p:sp>
      <p:sp>
        <p:nvSpPr>
          <p:cNvPr id="17" name="Google Shape;140;p15">
            <a:extLst>
              <a:ext uri="{FF2B5EF4-FFF2-40B4-BE49-F238E27FC236}">
                <a16:creationId xmlns:a16="http://schemas.microsoft.com/office/drawing/2014/main" id="{D1644832-561B-411B-CE56-7FA0D089498F}"/>
              </a:ext>
            </a:extLst>
          </p:cNvPr>
          <p:cNvSpPr txBox="1"/>
          <p:nvPr/>
        </p:nvSpPr>
        <p:spPr>
          <a:xfrm>
            <a:off x="264160" y="152400"/>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a:ea typeface="Calibri"/>
                <a:cs typeface="Calibri"/>
                <a:sym typeface="Inter"/>
              </a:rPr>
              <a:t>02 / PEST ANALYSIS</a:t>
            </a:r>
            <a:r>
              <a:rPr lang="en-US" sz="2400" b="1">
                <a:solidFill>
                  <a:srgbClr val="0051BA"/>
                </a:solidFill>
                <a:latin typeface="Calibri"/>
                <a:ea typeface="Calibri"/>
                <a:cs typeface="Calibri"/>
                <a:sym typeface="Inter"/>
              </a:rPr>
              <a:t> Factor 02</a:t>
            </a:r>
            <a:endParaRPr lang="en-US" sz="2400">
              <a:latin typeface="Calibri"/>
              <a:ea typeface="Calibri"/>
              <a:cs typeface="Calibri"/>
            </a:endParaRPr>
          </a:p>
        </p:txBody>
      </p:sp>
      <p:sp>
        <p:nvSpPr>
          <p:cNvPr id="19" name="Shape 1">
            <a:extLst>
              <a:ext uri="{FF2B5EF4-FFF2-40B4-BE49-F238E27FC236}">
                <a16:creationId xmlns:a16="http://schemas.microsoft.com/office/drawing/2014/main" id="{E6E7DD4B-0B59-9AC9-6DB4-FA009D8D18A4}"/>
              </a:ext>
            </a:extLst>
          </p:cNvPr>
          <p:cNvSpPr/>
          <p:nvPr/>
        </p:nvSpPr>
        <p:spPr>
          <a:xfrm>
            <a:off x="289560" y="658368"/>
            <a:ext cx="11109960" cy="1"/>
          </a:xfrm>
          <a:prstGeom prst="line">
            <a:avLst/>
          </a:prstGeom>
          <a:noFill/>
          <a:ln w="12700">
            <a:solidFill>
              <a:srgbClr val="D8D0C2"/>
            </a:solidFill>
            <a:prstDash val="solid"/>
          </a:ln>
        </p:spPr>
      </p:sp>
    </p:spTree>
    <p:extLst>
      <p:ext uri="{BB962C8B-B14F-4D97-AF65-F5344CB8AC3E}">
        <p14:creationId xmlns:p14="http://schemas.microsoft.com/office/powerpoint/2010/main" val="3547430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Picture 21" descr="A person holding a phone&#10;&#10;AI-generated content may be incorrect.">
            <a:extLst>
              <a:ext uri="{FF2B5EF4-FFF2-40B4-BE49-F238E27FC236}">
                <a16:creationId xmlns:a16="http://schemas.microsoft.com/office/drawing/2014/main" id="{2649ADD4-9BB7-BF1E-B045-82525CE8BB11}"/>
              </a:ext>
            </a:extLst>
          </p:cNvPr>
          <p:cNvPicPr>
            <a:picLocks noChangeAspect="1"/>
          </p:cNvPicPr>
          <p:nvPr/>
        </p:nvPicPr>
        <p:blipFill>
          <a:blip r:embed="rId2"/>
          <a:stretch>
            <a:fillRect/>
          </a:stretch>
        </p:blipFill>
        <p:spPr>
          <a:xfrm>
            <a:off x="4305536" y="4338203"/>
            <a:ext cx="3392003" cy="2489096"/>
          </a:xfrm>
          <a:prstGeom prst="rect">
            <a:avLst/>
          </a:prstGeom>
        </p:spPr>
      </p:pic>
      <p:pic>
        <p:nvPicPr>
          <p:cNvPr id="20" name="Picture 19" descr="A room with furniture and a sign&#10;&#10;AI-generated content may be incorrect.">
            <a:extLst>
              <a:ext uri="{FF2B5EF4-FFF2-40B4-BE49-F238E27FC236}">
                <a16:creationId xmlns:a16="http://schemas.microsoft.com/office/drawing/2014/main" id="{C63D875A-8FC9-284A-5011-09D174598DE1}"/>
              </a:ext>
            </a:extLst>
          </p:cNvPr>
          <p:cNvPicPr>
            <a:picLocks noChangeAspect="1"/>
          </p:cNvPicPr>
          <p:nvPr/>
        </p:nvPicPr>
        <p:blipFill>
          <a:blip r:embed="rId3"/>
          <a:stretch>
            <a:fillRect/>
          </a:stretch>
        </p:blipFill>
        <p:spPr>
          <a:xfrm>
            <a:off x="500732" y="4341826"/>
            <a:ext cx="3154902" cy="2614103"/>
          </a:xfrm>
          <a:prstGeom prst="rect">
            <a:avLst/>
          </a:prstGeom>
        </p:spPr>
      </p:pic>
      <p:sp>
        <p:nvSpPr>
          <p:cNvPr id="2" name="Rounded Rectangle 1"/>
          <p:cNvSpPr/>
          <p:nvPr/>
        </p:nvSpPr>
        <p:spPr>
          <a:xfrm>
            <a:off x="401530" y="1948259"/>
            <a:ext cx="3505200" cy="2392680"/>
          </a:xfrm>
          <a:prstGeom prst="roundRect">
            <a:avLst>
              <a:gd name="adj" fmla="val 55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3" name="Rounded Rectangle 2"/>
          <p:cNvSpPr/>
          <p:nvPr/>
        </p:nvSpPr>
        <p:spPr>
          <a:xfrm>
            <a:off x="4308050" y="1946036"/>
            <a:ext cx="3495040" cy="2397125"/>
          </a:xfrm>
          <a:prstGeom prst="roundRect">
            <a:avLst>
              <a:gd name="adj" fmla="val 62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4" name="Rounded Rectangle 3"/>
          <p:cNvSpPr/>
          <p:nvPr/>
        </p:nvSpPr>
        <p:spPr>
          <a:xfrm>
            <a:off x="8041850" y="1946036"/>
            <a:ext cx="3505200" cy="2397125"/>
          </a:xfrm>
          <a:prstGeom prst="roundRect">
            <a:avLst>
              <a:gd name="adj" fmla="val 62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pic>
        <p:nvPicPr>
          <p:cNvPr id="6" name="Picture 5" descr="image.png"/>
          <p:cNvPicPr>
            <a:picLocks noChangeAspect="1"/>
          </p:cNvPicPr>
          <p:nvPr/>
        </p:nvPicPr>
        <p:blipFill>
          <a:blip r:embed="rId4"/>
          <a:stretch>
            <a:fillRect/>
          </a:stretch>
        </p:blipFill>
        <p:spPr>
          <a:xfrm>
            <a:off x="4574750" y="2324496"/>
            <a:ext cx="381000" cy="381000"/>
          </a:xfrm>
          <a:prstGeom prst="rect">
            <a:avLst/>
          </a:prstGeom>
        </p:spPr>
      </p:pic>
      <p:pic>
        <p:nvPicPr>
          <p:cNvPr id="7" name="Picture 6" descr="image.png"/>
          <p:cNvPicPr>
            <a:picLocks noChangeAspect="1"/>
          </p:cNvPicPr>
          <p:nvPr/>
        </p:nvPicPr>
        <p:blipFill>
          <a:blip r:embed="rId5"/>
          <a:stretch>
            <a:fillRect/>
          </a:stretch>
        </p:blipFill>
        <p:spPr>
          <a:xfrm>
            <a:off x="8308550" y="2324496"/>
            <a:ext cx="381000" cy="381000"/>
          </a:xfrm>
          <a:prstGeom prst="rect">
            <a:avLst/>
          </a:prstGeom>
        </p:spPr>
      </p:pic>
      <p:grpSp>
        <p:nvGrpSpPr>
          <p:cNvPr id="21" name="Group 20">
            <a:extLst>
              <a:ext uri="{FF2B5EF4-FFF2-40B4-BE49-F238E27FC236}">
                <a16:creationId xmlns:a16="http://schemas.microsoft.com/office/drawing/2014/main" id="{FB15E576-CDA1-1637-D39A-3794769C7E9F}"/>
              </a:ext>
            </a:extLst>
          </p:cNvPr>
          <p:cNvGrpSpPr/>
          <p:nvPr/>
        </p:nvGrpSpPr>
        <p:grpSpPr>
          <a:xfrm>
            <a:off x="840950" y="2326719"/>
            <a:ext cx="381000" cy="381000"/>
            <a:chOff x="866140" y="2605405"/>
            <a:chExt cx="381000" cy="381000"/>
          </a:xfrm>
        </p:grpSpPr>
        <p:pic>
          <p:nvPicPr>
            <p:cNvPr id="5" name="Picture 4" descr="image.png"/>
            <p:cNvPicPr>
              <a:picLocks noChangeAspect="1"/>
            </p:cNvPicPr>
            <p:nvPr/>
          </p:nvPicPr>
          <p:blipFill>
            <a:blip r:embed="rId6"/>
            <a:stretch>
              <a:fillRect/>
            </a:stretch>
          </p:blipFill>
          <p:spPr>
            <a:xfrm>
              <a:off x="866140" y="2605405"/>
              <a:ext cx="381000" cy="381000"/>
            </a:xfrm>
            <a:prstGeom prst="rect">
              <a:avLst/>
            </a:prstGeom>
          </p:spPr>
        </p:pic>
        <p:pic>
          <p:nvPicPr>
            <p:cNvPr id="8" name="Picture 7" descr="image.png"/>
            <p:cNvPicPr>
              <a:picLocks noChangeAspect="1"/>
            </p:cNvPicPr>
            <p:nvPr/>
          </p:nvPicPr>
          <p:blipFill>
            <a:blip r:embed="rId7"/>
            <a:stretch>
              <a:fillRect/>
            </a:stretch>
          </p:blipFill>
          <p:spPr>
            <a:xfrm>
              <a:off x="961390" y="2700655"/>
              <a:ext cx="190500" cy="190500"/>
            </a:xfrm>
            <a:prstGeom prst="rect">
              <a:avLst/>
            </a:prstGeom>
          </p:spPr>
        </p:pic>
      </p:grpSp>
      <p:pic>
        <p:nvPicPr>
          <p:cNvPr id="9" name="Picture 8" descr="image.png"/>
          <p:cNvPicPr>
            <a:picLocks noChangeAspect="1"/>
          </p:cNvPicPr>
          <p:nvPr/>
        </p:nvPicPr>
        <p:blipFill>
          <a:blip r:embed="rId8"/>
          <a:stretch>
            <a:fillRect/>
          </a:stretch>
        </p:blipFill>
        <p:spPr>
          <a:xfrm>
            <a:off x="4646187" y="2419746"/>
            <a:ext cx="238125" cy="190500"/>
          </a:xfrm>
          <a:prstGeom prst="rect">
            <a:avLst/>
          </a:prstGeom>
        </p:spPr>
      </p:pic>
      <p:pic>
        <p:nvPicPr>
          <p:cNvPr id="10" name="Picture 9" descr="image.png"/>
          <p:cNvPicPr>
            <a:picLocks noChangeAspect="1"/>
          </p:cNvPicPr>
          <p:nvPr/>
        </p:nvPicPr>
        <p:blipFill>
          <a:blip r:embed="rId9"/>
          <a:stretch>
            <a:fillRect/>
          </a:stretch>
        </p:blipFill>
        <p:spPr>
          <a:xfrm>
            <a:off x="8389512" y="2419746"/>
            <a:ext cx="219075" cy="190500"/>
          </a:xfrm>
          <a:prstGeom prst="rect">
            <a:avLst/>
          </a:prstGeom>
        </p:spPr>
      </p:pic>
      <p:sp>
        <p:nvSpPr>
          <p:cNvPr id="12" name="TextBox 11"/>
          <p:cNvSpPr txBox="1"/>
          <p:nvPr/>
        </p:nvSpPr>
        <p:spPr>
          <a:xfrm>
            <a:off x="609600" y="1072197"/>
            <a:ext cx="5227328" cy="553998"/>
          </a:xfrm>
          <a:prstGeom prst="rect">
            <a:avLst/>
          </a:prstGeom>
          <a:noFill/>
        </p:spPr>
        <p:txBody>
          <a:bodyPr wrap="none" lIns="0" tIns="0" rIns="0" bIns="0" anchor="t">
            <a:spAutoFit/>
          </a:bodyPr>
          <a:lstStyle/>
          <a:p>
            <a:pPr algn="l"/>
            <a:r>
              <a:rPr sz="3600" b="1" i="0" u="none">
                <a:solidFill>
                  <a:srgbClr val="0F172A"/>
                </a:solidFill>
                <a:latin typeface="Calibri"/>
                <a:ea typeface="Calibri"/>
                <a:cs typeface="Calibri"/>
              </a:rPr>
              <a:t>Social &amp; Sustainability Shift</a:t>
            </a:r>
          </a:p>
        </p:txBody>
      </p:sp>
      <p:sp>
        <p:nvSpPr>
          <p:cNvPr id="13" name="TextBox 12"/>
          <p:cNvSpPr txBox="1"/>
          <p:nvPr/>
        </p:nvSpPr>
        <p:spPr>
          <a:xfrm>
            <a:off x="1359110" y="2382599"/>
            <a:ext cx="1216680" cy="276999"/>
          </a:xfrm>
          <a:prstGeom prst="rect">
            <a:avLst/>
          </a:prstGeom>
          <a:noFill/>
        </p:spPr>
        <p:txBody>
          <a:bodyPr wrap="none" lIns="0" tIns="0" rIns="0" bIns="0" anchor="t">
            <a:spAutoFit/>
          </a:bodyPr>
          <a:lstStyle/>
          <a:p>
            <a:pPr algn="l"/>
            <a:r>
              <a:rPr sz="1800" b="1" i="0" u="none">
                <a:solidFill>
                  <a:srgbClr val="0F172A"/>
                </a:solidFill>
                <a:latin typeface="Calibri"/>
                <a:ea typeface="Calibri"/>
                <a:cs typeface="Calibri"/>
              </a:rPr>
              <a:t>Circular SCM</a:t>
            </a:r>
          </a:p>
        </p:txBody>
      </p:sp>
      <p:sp>
        <p:nvSpPr>
          <p:cNvPr id="14" name="TextBox 13"/>
          <p:cNvSpPr txBox="1"/>
          <p:nvPr/>
        </p:nvSpPr>
        <p:spPr>
          <a:xfrm>
            <a:off x="586950" y="2909014"/>
            <a:ext cx="3067050" cy="1107996"/>
          </a:xfrm>
          <a:prstGeom prst="rect">
            <a:avLst/>
          </a:prstGeom>
          <a:noFill/>
        </p:spPr>
        <p:txBody>
          <a:bodyPr wrap="square" lIns="0" tIns="0" rIns="0" bIns="0" anchor="t">
            <a:spAutoFit/>
          </a:bodyPr>
          <a:lstStyle/>
          <a:p>
            <a:pPr algn="l"/>
            <a:r>
              <a:rPr sz="2400" b="0" i="0" u="none">
                <a:solidFill>
                  <a:srgbClr val="475569"/>
                </a:solidFill>
                <a:latin typeface="Calibri"/>
                <a:ea typeface="Calibri"/>
                <a:cs typeface="Calibri"/>
              </a:rPr>
              <a:t>Reverse logistics network supporting buy-back and refurbishing.</a:t>
            </a:r>
            <a:endParaRPr lang="en-US" sz="2400" b="0" i="0" u="none">
              <a:solidFill>
                <a:srgbClr val="475569"/>
              </a:solidFill>
              <a:latin typeface="Calibri"/>
              <a:ea typeface="Calibri"/>
              <a:cs typeface="Calibri"/>
            </a:endParaRPr>
          </a:p>
        </p:txBody>
      </p:sp>
      <p:sp>
        <p:nvSpPr>
          <p:cNvPr id="15" name="TextBox 14"/>
          <p:cNvSpPr txBox="1"/>
          <p:nvPr/>
        </p:nvSpPr>
        <p:spPr>
          <a:xfrm>
            <a:off x="5001470" y="2380376"/>
            <a:ext cx="2136803" cy="276999"/>
          </a:xfrm>
          <a:prstGeom prst="rect">
            <a:avLst/>
          </a:prstGeom>
          <a:noFill/>
        </p:spPr>
        <p:txBody>
          <a:bodyPr wrap="none" lIns="0" tIns="0" rIns="0" bIns="0" anchor="t">
            <a:spAutoFit/>
          </a:bodyPr>
          <a:lstStyle/>
          <a:p>
            <a:pPr algn="l"/>
            <a:r>
              <a:rPr sz="1800" b="1" i="0" u="none">
                <a:solidFill>
                  <a:srgbClr val="0F172A"/>
                </a:solidFill>
                <a:latin typeface="Calibri"/>
                <a:ea typeface="Calibri"/>
                <a:cs typeface="Calibri"/>
              </a:rPr>
              <a:t>Omnichannel Demand</a:t>
            </a:r>
          </a:p>
        </p:txBody>
      </p:sp>
      <p:sp>
        <p:nvSpPr>
          <p:cNvPr id="16" name="TextBox 15"/>
          <p:cNvSpPr txBox="1"/>
          <p:nvPr/>
        </p:nvSpPr>
        <p:spPr>
          <a:xfrm>
            <a:off x="4320750" y="2916951"/>
            <a:ext cx="3502660" cy="1107996"/>
          </a:xfrm>
          <a:prstGeom prst="rect">
            <a:avLst/>
          </a:prstGeom>
          <a:noFill/>
        </p:spPr>
        <p:txBody>
          <a:bodyPr wrap="square" lIns="0" tIns="0" rIns="0" bIns="0" anchor="t">
            <a:spAutoFit/>
          </a:bodyPr>
          <a:lstStyle/>
          <a:p>
            <a:pPr algn="l"/>
            <a:r>
              <a:rPr sz="2400" b="0" i="0" u="none">
                <a:solidFill>
                  <a:srgbClr val="475569"/>
                </a:solidFill>
                <a:latin typeface="Calibri"/>
                <a:ea typeface="Calibri"/>
                <a:cs typeface="Calibri"/>
              </a:rPr>
              <a:t>City-center hubs supporting rapidly growing online fulfillment.</a:t>
            </a:r>
            <a:endParaRPr lang="en-US" sz="2400" b="0" i="0" u="none">
              <a:solidFill>
                <a:srgbClr val="475569"/>
              </a:solidFill>
              <a:latin typeface="Calibri"/>
              <a:ea typeface="Calibri"/>
              <a:cs typeface="Calibri"/>
            </a:endParaRPr>
          </a:p>
        </p:txBody>
      </p:sp>
      <p:sp>
        <p:nvSpPr>
          <p:cNvPr id="17" name="TextBox 16"/>
          <p:cNvSpPr txBox="1"/>
          <p:nvPr/>
        </p:nvSpPr>
        <p:spPr>
          <a:xfrm>
            <a:off x="8877510" y="2370216"/>
            <a:ext cx="1635063" cy="276999"/>
          </a:xfrm>
          <a:prstGeom prst="rect">
            <a:avLst/>
          </a:prstGeom>
          <a:noFill/>
        </p:spPr>
        <p:txBody>
          <a:bodyPr wrap="none" lIns="0" tIns="0" rIns="0" bIns="0" anchor="t">
            <a:spAutoFit/>
          </a:bodyPr>
          <a:lstStyle/>
          <a:p>
            <a:pPr algn="l"/>
            <a:r>
              <a:rPr sz="1800" b="1" i="0" u="none">
                <a:solidFill>
                  <a:srgbClr val="0F172A"/>
                </a:solidFill>
                <a:latin typeface="Calibri"/>
                <a:ea typeface="Calibri"/>
                <a:cs typeface="Calibri"/>
              </a:rPr>
              <a:t>Green Fleet Fleet</a:t>
            </a:r>
          </a:p>
        </p:txBody>
      </p:sp>
      <p:sp>
        <p:nvSpPr>
          <p:cNvPr id="18" name="TextBox 17"/>
          <p:cNvSpPr txBox="1"/>
          <p:nvPr/>
        </p:nvSpPr>
        <p:spPr>
          <a:xfrm>
            <a:off x="8145990" y="2916951"/>
            <a:ext cx="3402330" cy="1107996"/>
          </a:xfrm>
          <a:prstGeom prst="rect">
            <a:avLst/>
          </a:prstGeom>
          <a:noFill/>
        </p:spPr>
        <p:txBody>
          <a:bodyPr wrap="square" lIns="0" tIns="0" rIns="0" bIns="0" anchor="t">
            <a:spAutoFit/>
          </a:bodyPr>
          <a:lstStyle/>
          <a:p>
            <a:pPr algn="l"/>
            <a:r>
              <a:rPr sz="2400" b="0" i="0" u="none">
                <a:solidFill>
                  <a:srgbClr val="475569"/>
                </a:solidFill>
                <a:latin typeface="Calibri"/>
                <a:ea typeface="Calibri"/>
                <a:cs typeface="Calibri"/>
              </a:rPr>
              <a:t>Transitioning last-mile EV deliveries in major urban areas.</a:t>
            </a:r>
            <a:endParaRPr lang="en-US" sz="2400" b="0" i="0" u="none">
              <a:solidFill>
                <a:srgbClr val="475569"/>
              </a:solidFill>
              <a:latin typeface="Calibri"/>
              <a:ea typeface="Calibri"/>
              <a:cs typeface="Calibri"/>
            </a:endParaRPr>
          </a:p>
        </p:txBody>
      </p:sp>
      <p:sp>
        <p:nvSpPr>
          <p:cNvPr id="25" name="Google Shape;140;p15">
            <a:extLst>
              <a:ext uri="{FF2B5EF4-FFF2-40B4-BE49-F238E27FC236}">
                <a16:creationId xmlns:a16="http://schemas.microsoft.com/office/drawing/2014/main" id="{4DF255E7-98D0-D419-F3BC-C81B9528552E}"/>
              </a:ext>
            </a:extLst>
          </p:cNvPr>
          <p:cNvSpPr txBox="1"/>
          <p:nvPr/>
        </p:nvSpPr>
        <p:spPr>
          <a:xfrm>
            <a:off x="264160" y="240565"/>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a:ea typeface="Calibri"/>
                <a:cs typeface="Calibri"/>
                <a:sym typeface="Inter"/>
              </a:rPr>
              <a:t>02 / PEST ANALYSIS</a:t>
            </a:r>
            <a:r>
              <a:rPr lang="en-US" sz="2400" b="1">
                <a:solidFill>
                  <a:srgbClr val="0051BA"/>
                </a:solidFill>
                <a:latin typeface="Calibri"/>
                <a:ea typeface="Calibri"/>
                <a:cs typeface="Calibri"/>
                <a:sym typeface="Inter"/>
              </a:rPr>
              <a:t> Factor 03</a:t>
            </a:r>
            <a:endParaRPr lang="en-US" sz="2400">
              <a:latin typeface="Calibri"/>
              <a:ea typeface="Calibri"/>
              <a:cs typeface="Calibri"/>
            </a:endParaRPr>
          </a:p>
        </p:txBody>
      </p:sp>
      <p:sp>
        <p:nvSpPr>
          <p:cNvPr id="27" name="Shape 1">
            <a:extLst>
              <a:ext uri="{FF2B5EF4-FFF2-40B4-BE49-F238E27FC236}">
                <a16:creationId xmlns:a16="http://schemas.microsoft.com/office/drawing/2014/main" id="{12D172D1-7CAA-A6ED-F5A4-9B90543AF748}"/>
              </a:ext>
            </a:extLst>
          </p:cNvPr>
          <p:cNvSpPr/>
          <p:nvPr/>
        </p:nvSpPr>
        <p:spPr>
          <a:xfrm>
            <a:off x="264370" y="733938"/>
            <a:ext cx="11109960" cy="1"/>
          </a:xfrm>
          <a:prstGeom prst="line">
            <a:avLst/>
          </a:prstGeom>
          <a:noFill/>
          <a:ln w="12700">
            <a:solidFill>
              <a:srgbClr val="D8D0C2"/>
            </a:solidFill>
            <a:prstDash val="solid"/>
          </a:ln>
        </p:spPr>
      </p:sp>
      <p:pic>
        <p:nvPicPr>
          <p:cNvPr id="23" name="Picture 22" descr="Two white vehicles parked in front of a blue building&#10;&#10;AI-generated content may be incorrect.">
            <a:extLst>
              <a:ext uri="{FF2B5EF4-FFF2-40B4-BE49-F238E27FC236}">
                <a16:creationId xmlns:a16="http://schemas.microsoft.com/office/drawing/2014/main" id="{4EE8FCD5-BD10-698E-CAAA-202547485076}"/>
              </a:ext>
            </a:extLst>
          </p:cNvPr>
          <p:cNvPicPr>
            <a:picLocks noChangeAspect="1"/>
          </p:cNvPicPr>
          <p:nvPr/>
        </p:nvPicPr>
        <p:blipFill>
          <a:blip r:embed="rId10"/>
          <a:stretch>
            <a:fillRect/>
          </a:stretch>
        </p:blipFill>
        <p:spPr>
          <a:xfrm>
            <a:off x="8200789" y="4346471"/>
            <a:ext cx="3183713" cy="2510350"/>
          </a:xfrm>
          <a:prstGeom prst="rect">
            <a:avLst/>
          </a:prstGeom>
        </p:spPr>
      </p:pic>
    </p:spTree>
    <p:extLst>
      <p:ext uri="{BB962C8B-B14F-4D97-AF65-F5344CB8AC3E}">
        <p14:creationId xmlns:p14="http://schemas.microsoft.com/office/powerpoint/2010/main" val="2298464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286500" y="2171700"/>
            <a:ext cx="5295900" cy="1095375"/>
          </a:xfrm>
          <a:prstGeom prst="roundRect">
            <a:avLst>
              <a:gd name="adj" fmla="val 69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3" name="Rounded Rectangle 2"/>
          <p:cNvSpPr/>
          <p:nvPr/>
        </p:nvSpPr>
        <p:spPr>
          <a:xfrm>
            <a:off x="6286500" y="3457575"/>
            <a:ext cx="5295900" cy="1095375"/>
          </a:xfrm>
          <a:prstGeom prst="roundRect">
            <a:avLst>
              <a:gd name="adj" fmla="val 69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4" name="Rounded Rectangle 3"/>
          <p:cNvSpPr/>
          <p:nvPr/>
        </p:nvSpPr>
        <p:spPr>
          <a:xfrm>
            <a:off x="6286500" y="4743450"/>
            <a:ext cx="5295900" cy="876300"/>
          </a:xfrm>
          <a:prstGeom prst="roundRect">
            <a:avLst>
              <a:gd name="adj" fmla="val 869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5" name="Rectangle 4"/>
          <p:cNvSpPr/>
          <p:nvPr/>
        </p:nvSpPr>
        <p:spPr>
          <a:xfrm>
            <a:off x="6286500" y="2171700"/>
            <a:ext cx="38100" cy="1095375"/>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6" name="Rectangle 5"/>
          <p:cNvSpPr/>
          <p:nvPr/>
        </p:nvSpPr>
        <p:spPr>
          <a:xfrm>
            <a:off x="6286500" y="3457575"/>
            <a:ext cx="38100" cy="1095375"/>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sp>
        <p:nvSpPr>
          <p:cNvPr id="7" name="Rectangle 6"/>
          <p:cNvSpPr/>
          <p:nvPr/>
        </p:nvSpPr>
        <p:spPr>
          <a:xfrm>
            <a:off x="6286500" y="4743450"/>
            <a:ext cx="38100" cy="876300"/>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latin typeface="Calibri"/>
              <a:ea typeface="Calibri"/>
              <a:cs typeface="Calibri"/>
            </a:endParaRPr>
          </a:p>
        </p:txBody>
      </p:sp>
      <p:pic>
        <p:nvPicPr>
          <p:cNvPr id="8" name="Picture 7" descr="image.png"/>
          <p:cNvPicPr>
            <a:picLocks noChangeAspect="1"/>
          </p:cNvPicPr>
          <p:nvPr/>
        </p:nvPicPr>
        <p:blipFill>
          <a:blip r:embed="rId2"/>
          <a:stretch>
            <a:fillRect/>
          </a:stretch>
        </p:blipFill>
        <p:spPr>
          <a:xfrm>
            <a:off x="609600" y="2085975"/>
            <a:ext cx="5295900" cy="3619500"/>
          </a:xfrm>
          <a:prstGeom prst="rect">
            <a:avLst/>
          </a:prstGeom>
        </p:spPr>
      </p:pic>
      <p:sp>
        <p:nvSpPr>
          <p:cNvPr id="10" name="TextBox 9"/>
          <p:cNvSpPr txBox="1"/>
          <p:nvPr/>
        </p:nvSpPr>
        <p:spPr>
          <a:xfrm>
            <a:off x="589280" y="1037590"/>
            <a:ext cx="5921044" cy="553998"/>
          </a:xfrm>
          <a:prstGeom prst="rect">
            <a:avLst/>
          </a:prstGeom>
          <a:noFill/>
        </p:spPr>
        <p:txBody>
          <a:bodyPr wrap="none" lIns="0" tIns="0" rIns="0" bIns="0" anchor="t">
            <a:spAutoFit/>
          </a:bodyPr>
          <a:lstStyle/>
          <a:p>
            <a:pPr algn="l"/>
            <a:r>
              <a:rPr sz="3600" b="1" i="0" u="none">
                <a:solidFill>
                  <a:srgbClr val="0F172A"/>
                </a:solidFill>
              </a:rPr>
              <a:t>Technological SCM Innovations</a:t>
            </a:r>
          </a:p>
        </p:txBody>
      </p:sp>
      <p:sp>
        <p:nvSpPr>
          <p:cNvPr id="11" name="TextBox 10"/>
          <p:cNvSpPr txBox="1"/>
          <p:nvPr/>
        </p:nvSpPr>
        <p:spPr>
          <a:xfrm>
            <a:off x="6515100" y="2362200"/>
            <a:ext cx="3566682" cy="276999"/>
          </a:xfrm>
          <a:prstGeom prst="rect">
            <a:avLst/>
          </a:prstGeom>
          <a:noFill/>
        </p:spPr>
        <p:txBody>
          <a:bodyPr wrap="none" lIns="0" tIns="0" rIns="0" bIns="0" anchor="t">
            <a:spAutoFit/>
          </a:bodyPr>
          <a:lstStyle/>
          <a:p>
            <a:pPr algn="l"/>
            <a:r>
              <a:rPr sz="1800" b="1" i="0" u="none">
                <a:solidFill>
                  <a:srgbClr val="0F172A"/>
                </a:solidFill>
                <a:latin typeface="Calibri"/>
                <a:ea typeface="Calibri"/>
                <a:cs typeface="Calibri"/>
              </a:rPr>
              <a:t>Automated High-Bay Storage (AS/RS)</a:t>
            </a:r>
          </a:p>
        </p:txBody>
      </p:sp>
      <p:sp>
        <p:nvSpPr>
          <p:cNvPr id="12" name="TextBox 11"/>
          <p:cNvSpPr txBox="1"/>
          <p:nvPr/>
        </p:nvSpPr>
        <p:spPr>
          <a:xfrm>
            <a:off x="6515100" y="2638425"/>
            <a:ext cx="4972050" cy="553998"/>
          </a:xfrm>
          <a:prstGeom prst="rect">
            <a:avLst/>
          </a:prstGeom>
          <a:noFill/>
        </p:spPr>
        <p:txBody>
          <a:bodyPr wrap="square" lIns="0" tIns="0" rIns="0" bIns="0" anchor="t">
            <a:spAutoFit/>
          </a:bodyPr>
          <a:lstStyle/>
          <a:p>
            <a:pPr algn="l"/>
            <a:r>
              <a:rPr sz="1800" b="0" i="0" u="none">
                <a:solidFill>
                  <a:srgbClr val="475569"/>
                </a:solidFill>
                <a:latin typeface="Calibri"/>
                <a:ea typeface="Calibri"/>
                <a:cs typeface="Calibri"/>
              </a:rPr>
              <a:t>Maximizing warehouse height density and inventory throughput.</a:t>
            </a:r>
          </a:p>
        </p:txBody>
      </p:sp>
      <p:sp>
        <p:nvSpPr>
          <p:cNvPr id="13" name="TextBox 12"/>
          <p:cNvSpPr txBox="1"/>
          <p:nvPr/>
        </p:nvSpPr>
        <p:spPr>
          <a:xfrm>
            <a:off x="6515100" y="3648075"/>
            <a:ext cx="2861361" cy="276999"/>
          </a:xfrm>
          <a:prstGeom prst="rect">
            <a:avLst/>
          </a:prstGeom>
          <a:noFill/>
        </p:spPr>
        <p:txBody>
          <a:bodyPr wrap="none" lIns="0" tIns="0" rIns="0" bIns="0" anchor="t">
            <a:spAutoFit/>
          </a:bodyPr>
          <a:lstStyle/>
          <a:p>
            <a:pPr algn="l"/>
            <a:r>
              <a:rPr sz="1800" b="1" i="0" u="none">
                <a:solidFill>
                  <a:srgbClr val="0F172A"/>
                </a:solidFill>
                <a:latin typeface="Calibri"/>
                <a:ea typeface="Calibri"/>
                <a:cs typeface="Calibri"/>
              </a:rPr>
              <a:t>Autonomous Drone Inventory</a:t>
            </a:r>
          </a:p>
        </p:txBody>
      </p:sp>
      <p:sp>
        <p:nvSpPr>
          <p:cNvPr id="14" name="TextBox 13"/>
          <p:cNvSpPr txBox="1"/>
          <p:nvPr/>
        </p:nvSpPr>
        <p:spPr>
          <a:xfrm>
            <a:off x="6515100" y="3924300"/>
            <a:ext cx="4972050" cy="553998"/>
          </a:xfrm>
          <a:prstGeom prst="rect">
            <a:avLst/>
          </a:prstGeom>
          <a:noFill/>
        </p:spPr>
        <p:txBody>
          <a:bodyPr wrap="square" lIns="0" tIns="0" rIns="0" bIns="0" anchor="t">
            <a:spAutoFit/>
          </a:bodyPr>
          <a:lstStyle/>
          <a:p>
            <a:pPr algn="l"/>
            <a:r>
              <a:rPr sz="1800" b="0" i="0" u="none">
                <a:solidFill>
                  <a:srgbClr val="475569"/>
                </a:solidFill>
                <a:latin typeface="Calibri"/>
                <a:ea typeface="Calibri"/>
                <a:cs typeface="Calibri"/>
              </a:rPr>
              <a:t>Automating stock checking during off-peak warehouse hours.</a:t>
            </a:r>
          </a:p>
        </p:txBody>
      </p:sp>
      <p:sp>
        <p:nvSpPr>
          <p:cNvPr id="15" name="TextBox 14"/>
          <p:cNvSpPr txBox="1"/>
          <p:nvPr/>
        </p:nvSpPr>
        <p:spPr>
          <a:xfrm>
            <a:off x="6515100" y="4933950"/>
            <a:ext cx="2212144" cy="276999"/>
          </a:xfrm>
          <a:prstGeom prst="rect">
            <a:avLst/>
          </a:prstGeom>
          <a:noFill/>
        </p:spPr>
        <p:txBody>
          <a:bodyPr wrap="none" lIns="0" tIns="0" rIns="0" bIns="0" anchor="t">
            <a:spAutoFit/>
          </a:bodyPr>
          <a:lstStyle/>
          <a:p>
            <a:pPr algn="l"/>
            <a:r>
              <a:rPr sz="1800" b="1" i="0" u="none">
                <a:solidFill>
                  <a:srgbClr val="0F172A"/>
                </a:solidFill>
                <a:latin typeface="Calibri"/>
                <a:ea typeface="Calibri"/>
                <a:cs typeface="Calibri"/>
              </a:rPr>
              <a:t>AI Demand Forecasting</a:t>
            </a:r>
          </a:p>
        </p:txBody>
      </p:sp>
      <p:sp>
        <p:nvSpPr>
          <p:cNvPr id="16" name="TextBox 15"/>
          <p:cNvSpPr txBox="1"/>
          <p:nvPr/>
        </p:nvSpPr>
        <p:spPr>
          <a:xfrm>
            <a:off x="6515100" y="5210175"/>
            <a:ext cx="5083123" cy="276999"/>
          </a:xfrm>
          <a:prstGeom prst="rect">
            <a:avLst/>
          </a:prstGeom>
          <a:noFill/>
        </p:spPr>
        <p:txBody>
          <a:bodyPr wrap="none" lIns="0" tIns="0" rIns="0" bIns="0" anchor="t">
            <a:spAutoFit/>
          </a:bodyPr>
          <a:lstStyle/>
          <a:p>
            <a:pPr algn="l"/>
            <a:r>
              <a:rPr sz="1800" b="0" i="0" u="none">
                <a:solidFill>
                  <a:srgbClr val="475569"/>
                </a:solidFill>
                <a:latin typeface="Calibri"/>
                <a:ea typeface="Calibri"/>
                <a:cs typeface="Calibri"/>
              </a:rPr>
              <a:t>Mitigating bullwhip effect via real-time POS data sync.</a:t>
            </a:r>
          </a:p>
        </p:txBody>
      </p:sp>
      <p:sp>
        <p:nvSpPr>
          <p:cNvPr id="22" name="Google Shape;140;p15">
            <a:extLst>
              <a:ext uri="{FF2B5EF4-FFF2-40B4-BE49-F238E27FC236}">
                <a16:creationId xmlns:a16="http://schemas.microsoft.com/office/drawing/2014/main" id="{690E0889-D293-368B-91BE-42B9495EB0AC}"/>
              </a:ext>
            </a:extLst>
          </p:cNvPr>
          <p:cNvSpPr txBox="1"/>
          <p:nvPr/>
        </p:nvSpPr>
        <p:spPr>
          <a:xfrm>
            <a:off x="264160" y="152400"/>
            <a:ext cx="11582400" cy="369332"/>
          </a:xfrm>
          <a:prstGeom prst="rect">
            <a:avLst/>
          </a:prstGeom>
          <a:noFill/>
          <a:ln>
            <a:noFill/>
          </a:ln>
        </p:spPr>
        <p:txBody>
          <a:bodyPr spcFirstLastPara="1" wrap="square" lIns="0" tIns="0" rIns="0" bIns="0" anchor="t" anchorCtr="0">
            <a:spAutoFit/>
          </a:bodyPr>
          <a:lstStyle/>
          <a:p>
            <a:r>
              <a:rPr lang="en-US" sz="2400" b="1" i="0" u="none" strike="noStrike" cap="none">
                <a:solidFill>
                  <a:srgbClr val="0051BA"/>
                </a:solidFill>
                <a:latin typeface="Calibri"/>
                <a:ea typeface="Calibri"/>
                <a:cs typeface="Calibri"/>
                <a:sym typeface="Inter"/>
              </a:rPr>
              <a:t>02 / PEST ANALYSIS</a:t>
            </a:r>
            <a:r>
              <a:rPr lang="en-US" sz="2400" b="1">
                <a:solidFill>
                  <a:srgbClr val="0051BA"/>
                </a:solidFill>
                <a:latin typeface="Calibri"/>
                <a:ea typeface="Calibri"/>
                <a:cs typeface="Calibri"/>
                <a:sym typeface="Inter"/>
              </a:rPr>
              <a:t> Factor 04</a:t>
            </a:r>
            <a:endParaRPr lang="en-US" sz="2400">
              <a:latin typeface="Calibri"/>
              <a:ea typeface="Calibri"/>
              <a:cs typeface="Calibri"/>
            </a:endParaRPr>
          </a:p>
        </p:txBody>
      </p:sp>
      <p:sp>
        <p:nvSpPr>
          <p:cNvPr id="24" name="Shape 1">
            <a:extLst>
              <a:ext uri="{FF2B5EF4-FFF2-40B4-BE49-F238E27FC236}">
                <a16:creationId xmlns:a16="http://schemas.microsoft.com/office/drawing/2014/main" id="{59EDCF89-2396-D1EF-F990-91FDDB6174CE}"/>
              </a:ext>
            </a:extLst>
          </p:cNvPr>
          <p:cNvSpPr/>
          <p:nvPr/>
        </p:nvSpPr>
        <p:spPr>
          <a:xfrm>
            <a:off x="289560" y="658368"/>
            <a:ext cx="11109960" cy="1"/>
          </a:xfrm>
          <a:prstGeom prst="line">
            <a:avLst/>
          </a:prstGeom>
          <a:noFill/>
          <a:ln w="12700">
            <a:solidFill>
              <a:srgbClr val="D8D0C2"/>
            </a:solidFill>
            <a:prstDash val="solid"/>
          </a:ln>
        </p:spPr>
      </p:sp>
    </p:spTree>
    <p:extLst>
      <p:ext uri="{BB962C8B-B14F-4D97-AF65-F5344CB8AC3E}">
        <p14:creationId xmlns:p14="http://schemas.microsoft.com/office/powerpoint/2010/main" val="2694168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127000" y="228600"/>
            <a:ext cx="3667760" cy="278384"/>
          </a:xfrm>
          <a:prstGeom prst="rect">
            <a:avLst/>
          </a:prstGeom>
          <a:noFill/>
        </p:spPr>
        <p:txBody>
          <a:bodyPr wrap="square" lIns="91440" tIns="45720" rIns="91440" bIns="45720" rtlCol="0" anchor="ctr"/>
          <a:lstStyle/>
          <a:p>
            <a:r>
              <a:rPr lang="en-US" sz="2400" b="1" spc="160">
                <a:solidFill>
                  <a:srgbClr val="165AA7"/>
                </a:solidFill>
                <a:latin typeface="Calibri"/>
                <a:ea typeface="Calibri"/>
                <a:cs typeface="Calibri"/>
              </a:rPr>
              <a:t>03</a:t>
            </a:r>
            <a:r>
              <a:rPr lang="en-US" sz="2400" b="1" kern="0" spc="160">
                <a:solidFill>
                  <a:srgbClr val="165AA7"/>
                </a:solidFill>
                <a:latin typeface="Calibri"/>
                <a:ea typeface="Calibri"/>
                <a:cs typeface="Calibri"/>
              </a:rPr>
              <a:t> / </a:t>
            </a:r>
            <a:r>
              <a:rPr lang="en-US" sz="2400" b="1" spc="160">
                <a:solidFill>
                  <a:srgbClr val="165AA7"/>
                </a:solidFill>
                <a:latin typeface="Calibri"/>
                <a:ea typeface="Calibri"/>
                <a:cs typeface="Calibri"/>
              </a:rPr>
              <a:t>SWOT </a:t>
            </a:r>
            <a:r>
              <a:rPr lang="en-US" sz="2400" b="1" kern="0" spc="160">
                <a:solidFill>
                  <a:srgbClr val="165AA7"/>
                </a:solidFill>
                <a:latin typeface="Calibri"/>
                <a:ea typeface="Calibri"/>
                <a:cs typeface="Calibri"/>
              </a:rPr>
              <a:t>OVERVIEW</a:t>
            </a:r>
          </a:p>
        </p:txBody>
      </p:sp>
      <p:sp>
        <p:nvSpPr>
          <p:cNvPr id="3" name="Shape 1"/>
          <p:cNvSpPr/>
          <p:nvPr/>
        </p:nvSpPr>
        <p:spPr>
          <a:xfrm>
            <a:off x="299720" y="699008"/>
            <a:ext cx="11109960" cy="1"/>
          </a:xfrm>
          <a:prstGeom prst="line">
            <a:avLst/>
          </a:prstGeom>
          <a:noFill/>
          <a:ln w="12700">
            <a:solidFill>
              <a:srgbClr val="D8D0C2"/>
            </a:solidFill>
            <a:prstDash val="solid"/>
          </a:ln>
        </p:spPr>
      </p:sp>
      <p:sp>
        <p:nvSpPr>
          <p:cNvPr id="4" name="Text 2"/>
          <p:cNvSpPr/>
          <p:nvPr/>
        </p:nvSpPr>
        <p:spPr>
          <a:xfrm>
            <a:off x="462280" y="924560"/>
            <a:ext cx="10789920" cy="438912"/>
          </a:xfrm>
          <a:prstGeom prst="rect">
            <a:avLst/>
          </a:prstGeom>
          <a:noFill/>
        </p:spPr>
        <p:txBody>
          <a:bodyPr wrap="square" lIns="0" tIns="0" rIns="0" bIns="0" rtlCol="0" anchor="ctr"/>
          <a:lstStyle/>
          <a:p>
            <a:pPr marL="0" indent="0">
              <a:buNone/>
            </a:pPr>
            <a:r>
              <a:rPr lang="en-US" sz="3600" b="1">
                <a:solidFill>
                  <a:srgbClr val="21313C"/>
                </a:solidFill>
                <a:latin typeface="Calibri"/>
                <a:ea typeface="Calibri"/>
                <a:cs typeface="Calibri"/>
              </a:rPr>
              <a:t>SWOT MATRIX OVERVIEW</a:t>
            </a:r>
          </a:p>
        </p:txBody>
      </p:sp>
      <p:sp>
        <p:nvSpPr>
          <p:cNvPr id="5" name="Text 3"/>
          <p:cNvSpPr/>
          <p:nvPr/>
        </p:nvSpPr>
        <p:spPr>
          <a:xfrm>
            <a:off x="499872" y="1463929"/>
            <a:ext cx="10515600" cy="256032"/>
          </a:xfrm>
          <a:prstGeom prst="rect">
            <a:avLst/>
          </a:prstGeom>
          <a:noFill/>
        </p:spPr>
        <p:txBody>
          <a:bodyPr wrap="square" lIns="0" tIns="0" rIns="0" bIns="0" rtlCol="0" anchor="ctr"/>
          <a:lstStyle/>
          <a:p>
            <a:pPr marL="0" indent="0">
              <a:buNone/>
            </a:pPr>
            <a:r>
              <a:rPr lang="en-US" sz="1600">
                <a:solidFill>
                  <a:srgbClr val="64727B"/>
                </a:solidFill>
                <a:latin typeface="Calibri"/>
                <a:ea typeface="Calibri"/>
                <a:cs typeface="Calibri"/>
              </a:rPr>
              <a:t>A structured diagnosis of internal capabilities and external conditions</a:t>
            </a:r>
          </a:p>
        </p:txBody>
      </p:sp>
      <p:sp>
        <p:nvSpPr>
          <p:cNvPr id="6" name="Shape 4"/>
          <p:cNvSpPr/>
          <p:nvPr>
            <p:custDataLst>
              <p:tags r:id="rId1"/>
            </p:custDataLst>
          </p:nvPr>
        </p:nvSpPr>
        <p:spPr>
          <a:xfrm>
            <a:off x="411480" y="2066290"/>
            <a:ext cx="2560320" cy="3200400"/>
          </a:xfrm>
          <a:prstGeom prst="roundRect">
            <a:avLst>
              <a:gd name="adj" fmla="val 2857"/>
            </a:avLst>
          </a:prstGeom>
          <a:solidFill>
            <a:srgbClr val="FFFFFF"/>
          </a:solidFill>
          <a:ln w="10160">
            <a:solidFill>
              <a:srgbClr val="D8D0C2"/>
            </a:solidFill>
            <a:prstDash val="solid"/>
          </a:ln>
          <a:effectLst>
            <a:outerShdw blurRad="19050" dist="12700" dir="2700000" algn="bl" rotWithShape="0">
              <a:srgbClr val="000000">
                <a:alpha val="10000"/>
              </a:srgbClr>
            </a:outerShdw>
          </a:effectLst>
        </p:spPr>
      </p:sp>
      <p:sp>
        <p:nvSpPr>
          <p:cNvPr id="7" name="Shape 5"/>
          <p:cNvSpPr/>
          <p:nvPr>
            <p:custDataLst>
              <p:tags r:id="rId2"/>
            </p:custDataLst>
          </p:nvPr>
        </p:nvSpPr>
        <p:spPr>
          <a:xfrm>
            <a:off x="1280160" y="2386330"/>
            <a:ext cx="822960" cy="822960"/>
          </a:xfrm>
          <a:prstGeom prst="ellipse">
            <a:avLst/>
          </a:prstGeom>
          <a:solidFill>
            <a:srgbClr val="165AA7"/>
          </a:solidFill>
          <a:ln w="12700">
            <a:solidFill>
              <a:srgbClr val="165AA7">
                <a:alpha val="0"/>
              </a:srgbClr>
            </a:solidFill>
            <a:prstDash val="solid"/>
          </a:ln>
        </p:spPr>
      </p:sp>
      <p:sp>
        <p:nvSpPr>
          <p:cNvPr id="8" name="Text 6"/>
          <p:cNvSpPr/>
          <p:nvPr>
            <p:custDataLst>
              <p:tags r:id="rId3"/>
            </p:custDataLst>
          </p:nvPr>
        </p:nvSpPr>
        <p:spPr>
          <a:xfrm>
            <a:off x="1280160" y="2534463"/>
            <a:ext cx="822960" cy="411480"/>
          </a:xfrm>
          <a:prstGeom prst="rect">
            <a:avLst/>
          </a:prstGeom>
          <a:noFill/>
        </p:spPr>
        <p:txBody>
          <a:bodyPr wrap="square" lIns="0" tIns="0" rIns="0" bIns="0" rtlCol="0" anchor="ctr"/>
          <a:lstStyle/>
          <a:p>
            <a:pPr marL="0" indent="0" algn="ctr">
              <a:buNone/>
            </a:pPr>
            <a:r>
              <a:rPr lang="en-US" b="1">
                <a:solidFill>
                  <a:srgbClr val="FFFFFF"/>
                </a:solidFill>
                <a:latin typeface="Calibri"/>
                <a:ea typeface="Calibri"/>
                <a:cs typeface="Calibri"/>
              </a:rPr>
              <a:t>S</a:t>
            </a:r>
          </a:p>
        </p:txBody>
      </p:sp>
      <p:sp>
        <p:nvSpPr>
          <p:cNvPr id="9" name="Text 7"/>
          <p:cNvSpPr/>
          <p:nvPr>
            <p:custDataLst>
              <p:tags r:id="rId4"/>
            </p:custDataLst>
          </p:nvPr>
        </p:nvSpPr>
        <p:spPr>
          <a:xfrm>
            <a:off x="640080" y="3392170"/>
            <a:ext cx="2103120" cy="320040"/>
          </a:xfrm>
          <a:prstGeom prst="rect">
            <a:avLst/>
          </a:prstGeom>
          <a:noFill/>
        </p:spPr>
        <p:txBody>
          <a:bodyPr wrap="square" lIns="0" tIns="0" rIns="0" bIns="0" rtlCol="0" anchor="ctr"/>
          <a:lstStyle/>
          <a:p>
            <a:pPr marL="0" indent="0" algn="ctr">
              <a:buNone/>
            </a:pPr>
            <a:r>
              <a:rPr lang="en-US" sz="1600" b="1">
                <a:solidFill>
                  <a:srgbClr val="165AA7"/>
                </a:solidFill>
                <a:latin typeface="Calibri"/>
                <a:ea typeface="Calibri"/>
                <a:cs typeface="Calibri"/>
              </a:rPr>
              <a:t>STRENGTHS</a:t>
            </a:r>
          </a:p>
        </p:txBody>
      </p:sp>
      <p:sp>
        <p:nvSpPr>
          <p:cNvPr id="10" name="Text 8"/>
          <p:cNvSpPr/>
          <p:nvPr>
            <p:custDataLst>
              <p:tags r:id="rId5"/>
            </p:custDataLst>
          </p:nvPr>
        </p:nvSpPr>
        <p:spPr>
          <a:xfrm>
            <a:off x="411480" y="3968115"/>
            <a:ext cx="2560320" cy="1005840"/>
          </a:xfrm>
          <a:prstGeom prst="rect">
            <a:avLst/>
          </a:prstGeom>
          <a:noFill/>
        </p:spPr>
        <p:txBody>
          <a:bodyPr wrap="square" lIns="0" tIns="0" rIns="0" bIns="0" rtlCol="0" anchor="ctr"/>
          <a:lstStyle/>
          <a:p>
            <a:pPr marL="0" indent="0" algn="ctr">
              <a:lnSpc>
                <a:spcPct val="100000"/>
              </a:lnSpc>
              <a:buNone/>
            </a:pPr>
            <a:r>
              <a:rPr lang="en-US" sz="1600">
                <a:solidFill>
                  <a:srgbClr val="21313C"/>
                </a:solidFill>
                <a:latin typeface="Calibri"/>
                <a:ea typeface="Calibri"/>
                <a:cs typeface="Calibri"/>
              </a:rPr>
              <a:t>Flat-pack design</a:t>
            </a:r>
            <a:endParaRPr lang="en-US" sz="1600">
              <a:latin typeface="Calibri"/>
              <a:ea typeface="Calibri"/>
              <a:cs typeface="Calibri"/>
            </a:endParaRPr>
          </a:p>
          <a:p>
            <a:pPr marL="0" indent="0" algn="ctr">
              <a:lnSpc>
                <a:spcPct val="100000"/>
              </a:lnSpc>
              <a:buNone/>
            </a:pPr>
            <a:r>
              <a:rPr lang="en-US" sz="1600">
                <a:solidFill>
                  <a:srgbClr val="21313C"/>
                </a:solidFill>
                <a:latin typeface="Calibri"/>
                <a:ea typeface="Calibri"/>
                <a:cs typeface="Calibri"/>
              </a:rPr>
              <a:t>Global sourcing</a:t>
            </a:r>
            <a:endParaRPr lang="en-US" sz="1600">
              <a:latin typeface="Calibri"/>
              <a:ea typeface="Calibri"/>
              <a:cs typeface="Calibri"/>
            </a:endParaRPr>
          </a:p>
          <a:p>
            <a:pPr marL="0" indent="0" algn="ctr">
              <a:lnSpc>
                <a:spcPct val="100000"/>
              </a:lnSpc>
              <a:buNone/>
            </a:pPr>
            <a:r>
              <a:rPr lang="en-US" altLang="zh-CN" sz="1600">
                <a:latin typeface="Calibri"/>
                <a:ea typeface="Calibri"/>
                <a:cs typeface="Calibri"/>
              </a:rPr>
              <a:t>Customer Self-Fulfillment</a:t>
            </a:r>
          </a:p>
        </p:txBody>
      </p:sp>
      <p:sp>
        <p:nvSpPr>
          <p:cNvPr id="11" name="Shape 9"/>
          <p:cNvSpPr/>
          <p:nvPr>
            <p:custDataLst>
              <p:tags r:id="rId6"/>
            </p:custDataLst>
          </p:nvPr>
        </p:nvSpPr>
        <p:spPr>
          <a:xfrm>
            <a:off x="3291840" y="2066290"/>
            <a:ext cx="2560320" cy="3200400"/>
          </a:xfrm>
          <a:prstGeom prst="roundRect">
            <a:avLst>
              <a:gd name="adj" fmla="val 2857"/>
            </a:avLst>
          </a:prstGeom>
          <a:solidFill>
            <a:srgbClr val="FFFFFF"/>
          </a:solidFill>
          <a:ln w="10160">
            <a:solidFill>
              <a:srgbClr val="D8D0C2"/>
            </a:solidFill>
            <a:prstDash val="solid"/>
          </a:ln>
          <a:effectLst>
            <a:outerShdw blurRad="19050" dist="12700" dir="2700000" algn="bl" rotWithShape="0">
              <a:srgbClr val="000000">
                <a:alpha val="10000"/>
              </a:srgbClr>
            </a:outerShdw>
          </a:effectLst>
        </p:spPr>
      </p:sp>
      <p:sp>
        <p:nvSpPr>
          <p:cNvPr id="12" name="Shape 10"/>
          <p:cNvSpPr/>
          <p:nvPr>
            <p:custDataLst>
              <p:tags r:id="rId7"/>
            </p:custDataLst>
          </p:nvPr>
        </p:nvSpPr>
        <p:spPr>
          <a:xfrm>
            <a:off x="4160520" y="2386330"/>
            <a:ext cx="822960" cy="822960"/>
          </a:xfrm>
          <a:prstGeom prst="ellipse">
            <a:avLst/>
          </a:prstGeom>
          <a:solidFill>
            <a:srgbClr val="C9584C"/>
          </a:solidFill>
          <a:ln w="12700">
            <a:solidFill>
              <a:srgbClr val="C9584C">
                <a:alpha val="0"/>
              </a:srgbClr>
            </a:solidFill>
            <a:prstDash val="solid"/>
          </a:ln>
        </p:spPr>
      </p:sp>
      <p:sp>
        <p:nvSpPr>
          <p:cNvPr id="13" name="Text 11"/>
          <p:cNvSpPr/>
          <p:nvPr>
            <p:custDataLst>
              <p:tags r:id="rId8"/>
            </p:custDataLst>
          </p:nvPr>
        </p:nvSpPr>
        <p:spPr>
          <a:xfrm>
            <a:off x="4160520" y="2534463"/>
            <a:ext cx="822960" cy="411480"/>
          </a:xfrm>
          <a:prstGeom prst="rect">
            <a:avLst/>
          </a:prstGeom>
          <a:noFill/>
        </p:spPr>
        <p:txBody>
          <a:bodyPr wrap="square" lIns="0" tIns="0" rIns="0" bIns="0" rtlCol="0" anchor="ctr"/>
          <a:lstStyle/>
          <a:p>
            <a:pPr marL="0" indent="0" algn="ctr">
              <a:buNone/>
            </a:pPr>
            <a:r>
              <a:rPr lang="en-US" b="1">
                <a:solidFill>
                  <a:srgbClr val="FFFFFF"/>
                </a:solidFill>
                <a:latin typeface="Calibri"/>
                <a:ea typeface="Calibri"/>
                <a:cs typeface="Calibri"/>
              </a:rPr>
              <a:t>W</a:t>
            </a:r>
          </a:p>
        </p:txBody>
      </p:sp>
      <p:sp>
        <p:nvSpPr>
          <p:cNvPr id="14" name="Text 12"/>
          <p:cNvSpPr/>
          <p:nvPr>
            <p:custDataLst>
              <p:tags r:id="rId9"/>
            </p:custDataLst>
          </p:nvPr>
        </p:nvSpPr>
        <p:spPr>
          <a:xfrm>
            <a:off x="3520440" y="3392170"/>
            <a:ext cx="2103120" cy="320040"/>
          </a:xfrm>
          <a:prstGeom prst="rect">
            <a:avLst/>
          </a:prstGeom>
          <a:noFill/>
        </p:spPr>
        <p:txBody>
          <a:bodyPr wrap="square" lIns="0" tIns="0" rIns="0" bIns="0" rtlCol="0" anchor="ctr"/>
          <a:lstStyle/>
          <a:p>
            <a:pPr marL="0" indent="0" algn="ctr">
              <a:buNone/>
            </a:pPr>
            <a:r>
              <a:rPr lang="en-US" sz="1600" b="1">
                <a:solidFill>
                  <a:srgbClr val="C9584C"/>
                </a:solidFill>
                <a:latin typeface="Calibri"/>
                <a:ea typeface="Calibri"/>
                <a:cs typeface="Calibri"/>
              </a:rPr>
              <a:t>WEAKNESSES</a:t>
            </a:r>
          </a:p>
        </p:txBody>
      </p:sp>
      <p:sp>
        <p:nvSpPr>
          <p:cNvPr id="15" name="Text 13"/>
          <p:cNvSpPr/>
          <p:nvPr>
            <p:custDataLst>
              <p:tags r:id="rId10"/>
            </p:custDataLst>
          </p:nvPr>
        </p:nvSpPr>
        <p:spPr>
          <a:xfrm>
            <a:off x="3431540" y="3968115"/>
            <a:ext cx="2280920" cy="1005840"/>
          </a:xfrm>
          <a:prstGeom prst="rect">
            <a:avLst/>
          </a:prstGeom>
          <a:noFill/>
        </p:spPr>
        <p:txBody>
          <a:bodyPr wrap="square" lIns="0" tIns="0" rIns="0" bIns="0" rtlCol="0" anchor="ctr"/>
          <a:lstStyle/>
          <a:p>
            <a:pPr marL="0" indent="0" algn="ctr">
              <a:buNone/>
            </a:pPr>
            <a:r>
              <a:rPr lang="en-US" sz="1600">
                <a:solidFill>
                  <a:srgbClr val="21313C"/>
                </a:solidFill>
                <a:latin typeface="Calibri"/>
                <a:ea typeface="Calibri"/>
                <a:cs typeface="Calibri"/>
              </a:rPr>
              <a:t>Last-mile gap</a:t>
            </a:r>
            <a:endParaRPr lang="en-US" sz="1600">
              <a:latin typeface="Calibri"/>
              <a:ea typeface="Calibri"/>
              <a:cs typeface="Calibri"/>
            </a:endParaRPr>
          </a:p>
          <a:p>
            <a:pPr marL="0" indent="0" algn="ctr">
              <a:buNone/>
            </a:pPr>
            <a:r>
              <a:rPr lang="en-US" altLang="zh-CN" sz="1600">
                <a:latin typeface="Calibri"/>
                <a:ea typeface="Calibri"/>
                <a:cs typeface="Calibri"/>
              </a:rPr>
              <a:t>Extended Supply Networks</a:t>
            </a:r>
            <a:br>
              <a:rPr lang="en-US" altLang="zh-CN" sz="1600">
                <a:latin typeface="Calibri"/>
                <a:ea typeface="Calibri"/>
                <a:cs typeface="Calibri"/>
              </a:rPr>
            </a:br>
            <a:r>
              <a:rPr lang="en-US" altLang="zh-CN" sz="1600">
                <a:latin typeface="Calibri"/>
                <a:ea typeface="Calibri"/>
                <a:cs typeface="Calibri"/>
              </a:rPr>
              <a:t>Rigid Push Strategy</a:t>
            </a:r>
          </a:p>
        </p:txBody>
      </p:sp>
      <p:sp>
        <p:nvSpPr>
          <p:cNvPr id="16" name="Shape 14"/>
          <p:cNvSpPr/>
          <p:nvPr>
            <p:custDataLst>
              <p:tags r:id="rId11"/>
            </p:custDataLst>
          </p:nvPr>
        </p:nvSpPr>
        <p:spPr>
          <a:xfrm>
            <a:off x="6172200" y="2066290"/>
            <a:ext cx="2425700" cy="3200400"/>
          </a:xfrm>
          <a:prstGeom prst="roundRect">
            <a:avLst>
              <a:gd name="adj" fmla="val 2857"/>
            </a:avLst>
          </a:prstGeom>
          <a:solidFill>
            <a:srgbClr val="FFFFFF"/>
          </a:solidFill>
          <a:ln w="10160">
            <a:solidFill>
              <a:srgbClr val="D8D0C2"/>
            </a:solidFill>
            <a:prstDash val="solid"/>
          </a:ln>
          <a:effectLst>
            <a:outerShdw blurRad="19050" dist="12700" dir="2700000" algn="bl" rotWithShape="0">
              <a:srgbClr val="000000">
                <a:alpha val="10000"/>
              </a:srgbClr>
            </a:outerShdw>
          </a:effectLst>
        </p:spPr>
      </p:sp>
      <p:sp>
        <p:nvSpPr>
          <p:cNvPr id="17" name="Shape 15"/>
          <p:cNvSpPr/>
          <p:nvPr>
            <p:custDataLst>
              <p:tags r:id="rId12"/>
            </p:custDataLst>
          </p:nvPr>
        </p:nvSpPr>
        <p:spPr>
          <a:xfrm>
            <a:off x="6973570" y="2386330"/>
            <a:ext cx="822960" cy="822960"/>
          </a:xfrm>
          <a:prstGeom prst="ellipse">
            <a:avLst/>
          </a:prstGeom>
          <a:solidFill>
            <a:srgbClr val="4D8B62"/>
          </a:solidFill>
          <a:ln w="12700">
            <a:solidFill>
              <a:srgbClr val="4D8B62">
                <a:alpha val="0"/>
              </a:srgbClr>
            </a:solidFill>
            <a:prstDash val="solid"/>
          </a:ln>
        </p:spPr>
      </p:sp>
      <p:sp>
        <p:nvSpPr>
          <p:cNvPr id="18" name="Text 16"/>
          <p:cNvSpPr/>
          <p:nvPr>
            <p:custDataLst>
              <p:tags r:id="rId13"/>
            </p:custDataLst>
          </p:nvPr>
        </p:nvSpPr>
        <p:spPr>
          <a:xfrm>
            <a:off x="6973570" y="2534463"/>
            <a:ext cx="822960" cy="411480"/>
          </a:xfrm>
          <a:prstGeom prst="rect">
            <a:avLst/>
          </a:prstGeom>
          <a:noFill/>
        </p:spPr>
        <p:txBody>
          <a:bodyPr wrap="square" lIns="0" tIns="0" rIns="0" bIns="0" rtlCol="0" anchor="ctr"/>
          <a:lstStyle/>
          <a:p>
            <a:pPr marL="0" indent="0" algn="ctr">
              <a:buNone/>
            </a:pPr>
            <a:r>
              <a:rPr lang="en-US" b="1">
                <a:solidFill>
                  <a:srgbClr val="FFFFFF"/>
                </a:solidFill>
                <a:latin typeface="Calibri"/>
                <a:ea typeface="Calibri"/>
                <a:cs typeface="Calibri"/>
              </a:rPr>
              <a:t>O</a:t>
            </a:r>
          </a:p>
        </p:txBody>
      </p:sp>
      <p:sp>
        <p:nvSpPr>
          <p:cNvPr id="19" name="Text 17"/>
          <p:cNvSpPr/>
          <p:nvPr>
            <p:custDataLst>
              <p:tags r:id="rId14"/>
            </p:custDataLst>
          </p:nvPr>
        </p:nvSpPr>
        <p:spPr>
          <a:xfrm>
            <a:off x="6333490" y="3392170"/>
            <a:ext cx="2103120" cy="320040"/>
          </a:xfrm>
          <a:prstGeom prst="rect">
            <a:avLst/>
          </a:prstGeom>
          <a:noFill/>
        </p:spPr>
        <p:txBody>
          <a:bodyPr wrap="square" lIns="0" tIns="0" rIns="0" bIns="0" rtlCol="0" anchor="ctr"/>
          <a:lstStyle/>
          <a:p>
            <a:pPr marL="0" indent="0" algn="ctr">
              <a:buNone/>
            </a:pPr>
            <a:r>
              <a:rPr lang="en-US" sz="1600" b="1">
                <a:solidFill>
                  <a:srgbClr val="4D8B62"/>
                </a:solidFill>
                <a:latin typeface="Calibri"/>
                <a:ea typeface="Calibri"/>
                <a:cs typeface="Calibri"/>
              </a:rPr>
              <a:t>OPPORTUNITIES</a:t>
            </a:r>
          </a:p>
        </p:txBody>
      </p:sp>
      <p:sp>
        <p:nvSpPr>
          <p:cNvPr id="20" name="Text 18"/>
          <p:cNvSpPr/>
          <p:nvPr>
            <p:custDataLst>
              <p:tags r:id="rId15"/>
            </p:custDataLst>
          </p:nvPr>
        </p:nvSpPr>
        <p:spPr>
          <a:xfrm>
            <a:off x="6379210" y="3968242"/>
            <a:ext cx="2011680" cy="1005840"/>
          </a:xfrm>
          <a:prstGeom prst="rect">
            <a:avLst/>
          </a:prstGeom>
          <a:noFill/>
        </p:spPr>
        <p:txBody>
          <a:bodyPr wrap="square" lIns="0" tIns="0" rIns="0" bIns="0" rtlCol="0" anchor="ctr"/>
          <a:lstStyle/>
          <a:p>
            <a:pPr marL="0" indent="0" algn="ctr">
              <a:buNone/>
            </a:pPr>
            <a:r>
              <a:rPr lang="en-US" sz="1600">
                <a:solidFill>
                  <a:srgbClr val="21313C"/>
                </a:solidFill>
                <a:latin typeface="Calibri"/>
                <a:ea typeface="Calibri"/>
                <a:cs typeface="Calibri"/>
              </a:rPr>
              <a:t>MFC</a:t>
            </a:r>
            <a:endParaRPr lang="en-US" sz="1600">
              <a:latin typeface="Calibri"/>
              <a:ea typeface="Calibri"/>
              <a:cs typeface="Calibri"/>
            </a:endParaRPr>
          </a:p>
          <a:p>
            <a:pPr marL="0" indent="0" algn="ctr">
              <a:buNone/>
            </a:pPr>
            <a:r>
              <a:rPr lang="en-US" altLang="zh-CN" sz="1600">
                <a:latin typeface="Calibri"/>
                <a:ea typeface="Calibri"/>
                <a:cs typeface="Calibri"/>
              </a:rPr>
              <a:t>Circular Economy</a:t>
            </a:r>
            <a:br>
              <a:rPr lang="en-US" altLang="zh-CN" sz="1600">
                <a:latin typeface="Calibri"/>
                <a:ea typeface="Calibri"/>
                <a:cs typeface="Calibri"/>
              </a:rPr>
            </a:br>
            <a:r>
              <a:rPr lang="en-US" altLang="zh-CN" sz="1600">
                <a:latin typeface="Calibri"/>
                <a:ea typeface="Calibri"/>
                <a:cs typeface="Calibri"/>
              </a:rPr>
              <a:t>AI-Driven Sensing</a:t>
            </a:r>
          </a:p>
        </p:txBody>
      </p:sp>
      <p:sp>
        <p:nvSpPr>
          <p:cNvPr id="21" name="Shape 19"/>
          <p:cNvSpPr/>
          <p:nvPr>
            <p:custDataLst>
              <p:tags r:id="rId16"/>
            </p:custDataLst>
          </p:nvPr>
        </p:nvSpPr>
        <p:spPr>
          <a:xfrm>
            <a:off x="8917940" y="2066290"/>
            <a:ext cx="2828290" cy="3200400"/>
          </a:xfrm>
          <a:prstGeom prst="roundRect">
            <a:avLst>
              <a:gd name="adj" fmla="val 2857"/>
            </a:avLst>
          </a:prstGeom>
          <a:solidFill>
            <a:srgbClr val="FFFFFF"/>
          </a:solidFill>
          <a:ln w="10160">
            <a:solidFill>
              <a:srgbClr val="D8D0C2"/>
            </a:solidFill>
            <a:prstDash val="solid"/>
          </a:ln>
          <a:effectLst>
            <a:outerShdw blurRad="19050" dist="12700" dir="2700000" algn="bl" rotWithShape="0">
              <a:srgbClr val="000000">
                <a:alpha val="10000"/>
              </a:srgbClr>
            </a:outerShdw>
          </a:effectLst>
        </p:spPr>
      </p:sp>
      <p:sp>
        <p:nvSpPr>
          <p:cNvPr id="22" name="Shape 20"/>
          <p:cNvSpPr/>
          <p:nvPr>
            <p:custDataLst>
              <p:tags r:id="rId17"/>
            </p:custDataLst>
          </p:nvPr>
        </p:nvSpPr>
        <p:spPr>
          <a:xfrm>
            <a:off x="9920605" y="2386330"/>
            <a:ext cx="822960" cy="822960"/>
          </a:xfrm>
          <a:prstGeom prst="ellipse">
            <a:avLst/>
          </a:prstGeom>
          <a:solidFill>
            <a:srgbClr val="E8793E"/>
          </a:solidFill>
          <a:ln w="12700">
            <a:solidFill>
              <a:srgbClr val="E8793E">
                <a:alpha val="0"/>
              </a:srgbClr>
            </a:solidFill>
            <a:prstDash val="solid"/>
          </a:ln>
        </p:spPr>
      </p:sp>
      <p:sp>
        <p:nvSpPr>
          <p:cNvPr id="23" name="Text 21"/>
          <p:cNvSpPr/>
          <p:nvPr>
            <p:custDataLst>
              <p:tags r:id="rId18"/>
            </p:custDataLst>
          </p:nvPr>
        </p:nvSpPr>
        <p:spPr>
          <a:xfrm>
            <a:off x="9920605" y="2534463"/>
            <a:ext cx="822960" cy="411480"/>
          </a:xfrm>
          <a:prstGeom prst="rect">
            <a:avLst/>
          </a:prstGeom>
          <a:noFill/>
        </p:spPr>
        <p:txBody>
          <a:bodyPr wrap="square" lIns="0" tIns="0" rIns="0" bIns="0" rtlCol="0" anchor="ctr"/>
          <a:lstStyle/>
          <a:p>
            <a:pPr marL="0" indent="0" algn="ctr">
              <a:buNone/>
            </a:pPr>
            <a:r>
              <a:rPr lang="en-US" b="1">
                <a:solidFill>
                  <a:srgbClr val="FFFFFF"/>
                </a:solidFill>
                <a:latin typeface="Calibri"/>
                <a:ea typeface="Calibri"/>
                <a:cs typeface="Calibri"/>
              </a:rPr>
              <a:t>T</a:t>
            </a:r>
          </a:p>
        </p:txBody>
      </p:sp>
      <p:sp>
        <p:nvSpPr>
          <p:cNvPr id="24" name="Text 22"/>
          <p:cNvSpPr/>
          <p:nvPr>
            <p:custDataLst>
              <p:tags r:id="rId19"/>
            </p:custDataLst>
          </p:nvPr>
        </p:nvSpPr>
        <p:spPr>
          <a:xfrm>
            <a:off x="9280525" y="3392170"/>
            <a:ext cx="2103120" cy="320040"/>
          </a:xfrm>
          <a:prstGeom prst="rect">
            <a:avLst/>
          </a:prstGeom>
          <a:noFill/>
        </p:spPr>
        <p:txBody>
          <a:bodyPr wrap="square" lIns="0" tIns="0" rIns="0" bIns="0" rtlCol="0" anchor="ctr"/>
          <a:lstStyle/>
          <a:p>
            <a:pPr marL="0" indent="0" algn="ctr">
              <a:buNone/>
            </a:pPr>
            <a:r>
              <a:rPr lang="en-US" sz="1600" b="1">
                <a:solidFill>
                  <a:srgbClr val="E8793E"/>
                </a:solidFill>
                <a:latin typeface="Calibri"/>
                <a:ea typeface="Calibri"/>
                <a:cs typeface="Calibri"/>
              </a:rPr>
              <a:t>THREATS</a:t>
            </a:r>
          </a:p>
        </p:txBody>
      </p:sp>
      <p:sp>
        <p:nvSpPr>
          <p:cNvPr id="25" name="Text 23"/>
          <p:cNvSpPr/>
          <p:nvPr>
            <p:custDataLst>
              <p:tags r:id="rId20"/>
            </p:custDataLst>
          </p:nvPr>
        </p:nvSpPr>
        <p:spPr>
          <a:xfrm>
            <a:off x="8818880" y="3968115"/>
            <a:ext cx="3026410" cy="1005840"/>
          </a:xfrm>
          <a:prstGeom prst="rect">
            <a:avLst/>
          </a:prstGeom>
          <a:noFill/>
        </p:spPr>
        <p:txBody>
          <a:bodyPr wrap="square" lIns="0" tIns="0" rIns="0" bIns="0" rtlCol="0" anchor="ctr"/>
          <a:lstStyle/>
          <a:p>
            <a:pPr marL="0" indent="0" algn="ctr">
              <a:buNone/>
            </a:pPr>
            <a:r>
              <a:rPr lang="en-US" altLang="zh-CN" sz="1600">
                <a:latin typeface="Calibri"/>
                <a:ea typeface="Calibri"/>
                <a:cs typeface="Calibri"/>
              </a:rPr>
              <a:t>Geopolitical Shipping Disruptions</a:t>
            </a:r>
          </a:p>
          <a:p>
            <a:pPr marL="0" indent="0" algn="ctr">
              <a:buNone/>
            </a:pPr>
            <a:r>
              <a:rPr lang="en-US" altLang="zh-CN" sz="1600">
                <a:latin typeface="Calibri"/>
                <a:ea typeface="Calibri"/>
                <a:cs typeface="Calibri"/>
              </a:rPr>
              <a:t>Raw Material Inflation</a:t>
            </a:r>
          </a:p>
          <a:p>
            <a:pPr marL="0" indent="0" algn="ctr">
              <a:buNone/>
            </a:pPr>
            <a:r>
              <a:rPr lang="en-US" altLang="zh-CN" sz="1600">
                <a:latin typeface="Calibri"/>
                <a:ea typeface="Calibri"/>
                <a:cs typeface="Calibri"/>
              </a:rPr>
              <a:t>Omni-channel Rivals</a:t>
            </a:r>
          </a:p>
        </p:txBody>
      </p:sp>
    </p:spTree>
    <p:extLst>
      <p:ext uri="{BB962C8B-B14F-4D97-AF65-F5344CB8AC3E}">
        <p14:creationId xmlns:p14="http://schemas.microsoft.com/office/powerpoint/2010/main" val="213199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647700" y="5170170"/>
            <a:ext cx="10443845" cy="1099185"/>
          </a:xfrm>
          <a:prstGeom prst="roundRect">
            <a:avLst>
              <a:gd name="adj" fmla="val 1159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a:ea typeface="Calibri"/>
              <a:cs typeface="Calibri"/>
            </a:endParaRPr>
          </a:p>
        </p:txBody>
      </p:sp>
      <p:sp>
        <p:nvSpPr>
          <p:cNvPr id="4" name="Rounded Rectangle 3"/>
          <p:cNvSpPr/>
          <p:nvPr>
            <p:custDataLst>
              <p:tags r:id="rId1"/>
            </p:custDataLst>
          </p:nvPr>
        </p:nvSpPr>
        <p:spPr>
          <a:xfrm>
            <a:off x="215900" y="1918970"/>
            <a:ext cx="5621020" cy="2774950"/>
          </a:xfrm>
          <a:prstGeom prst="roundRect">
            <a:avLst>
              <a:gd name="adj" fmla="val 3021"/>
            </a:avLst>
          </a:prstGeom>
          <a:solidFill>
            <a:srgbClr val="C6D9F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5" name="Rounded Rectangle 4"/>
          <p:cNvSpPr/>
          <p:nvPr>
            <p:custDataLst>
              <p:tags r:id="rId2"/>
            </p:custDataLst>
          </p:nvPr>
        </p:nvSpPr>
        <p:spPr>
          <a:xfrm>
            <a:off x="6248400" y="1911350"/>
            <a:ext cx="5747385" cy="2782570"/>
          </a:xfrm>
          <a:prstGeom prst="roundRect">
            <a:avLst>
              <a:gd name="adj" fmla="val 3021"/>
            </a:avLst>
          </a:prstGeom>
          <a:solidFill>
            <a:srgbClr val="C6D9F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6" name="Rounded Rectangle 5"/>
          <p:cNvSpPr/>
          <p:nvPr>
            <p:custDataLst>
              <p:tags r:id="rId3"/>
            </p:custDataLst>
          </p:nvPr>
        </p:nvSpPr>
        <p:spPr>
          <a:xfrm>
            <a:off x="482600" y="2075180"/>
            <a:ext cx="2926715" cy="337185"/>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7" name="Rectangle 6"/>
          <p:cNvSpPr/>
          <p:nvPr>
            <p:custDataLst>
              <p:tags r:id="rId4"/>
            </p:custDataLst>
          </p:nvPr>
        </p:nvSpPr>
        <p:spPr>
          <a:xfrm>
            <a:off x="215900" y="1918970"/>
            <a:ext cx="80010" cy="277495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cs typeface="+mn-lt"/>
            </a:endParaRPr>
          </a:p>
        </p:txBody>
      </p:sp>
      <p:sp>
        <p:nvSpPr>
          <p:cNvPr id="8" name="Rounded Rectangle 7"/>
          <p:cNvSpPr/>
          <p:nvPr>
            <p:custDataLst>
              <p:tags r:id="rId5"/>
            </p:custDataLst>
          </p:nvPr>
        </p:nvSpPr>
        <p:spPr>
          <a:xfrm>
            <a:off x="6515100" y="2067560"/>
            <a:ext cx="3205480" cy="29337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9" name="Rectangle 8"/>
          <p:cNvSpPr/>
          <p:nvPr>
            <p:custDataLst>
              <p:tags r:id="rId6"/>
            </p:custDataLst>
          </p:nvPr>
        </p:nvSpPr>
        <p:spPr>
          <a:xfrm>
            <a:off x="6248400" y="1911350"/>
            <a:ext cx="76200" cy="278257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pic>
        <p:nvPicPr>
          <p:cNvPr id="10" name="Picture 9" descr="image.png"/>
          <p:cNvPicPr>
            <a:picLocks noChangeAspect="1"/>
          </p:cNvPicPr>
          <p:nvPr/>
        </p:nvPicPr>
        <p:blipFill>
          <a:blip r:embed="rId15"/>
          <a:stretch>
            <a:fillRect/>
          </a:stretch>
        </p:blipFill>
        <p:spPr>
          <a:xfrm>
            <a:off x="857250" y="5250180"/>
            <a:ext cx="168910" cy="180340"/>
          </a:xfrm>
          <a:prstGeom prst="rect">
            <a:avLst/>
          </a:prstGeom>
        </p:spPr>
      </p:pic>
      <p:sp>
        <p:nvSpPr>
          <p:cNvPr id="12" name="TextBox 11"/>
          <p:cNvSpPr txBox="1"/>
          <p:nvPr/>
        </p:nvSpPr>
        <p:spPr>
          <a:xfrm>
            <a:off x="294640" y="186690"/>
            <a:ext cx="6998014" cy="369332"/>
          </a:xfrm>
          <a:prstGeom prst="rect">
            <a:avLst/>
          </a:prstGeom>
          <a:noFill/>
        </p:spPr>
        <p:txBody>
          <a:bodyPr wrap="square" lIns="0" tIns="0" rIns="0" bIns="0" anchor="t">
            <a:spAutoFit/>
          </a:bodyPr>
          <a:lstStyle/>
          <a:p>
            <a:pPr algn="l">
              <a:buClrTx/>
              <a:buSzTx/>
              <a:buFontTx/>
            </a:pPr>
            <a:r>
              <a:rPr lang="en-US" sz="2400" b="1" spc="160">
                <a:solidFill>
                  <a:srgbClr val="165AA7"/>
                </a:solidFill>
                <a:ea typeface="Calibri"/>
              </a:rPr>
              <a:t>03 / </a:t>
            </a:r>
            <a:r>
              <a:rPr lang="en-US" sz="2400" b="1" spc="160">
                <a:solidFill>
                  <a:srgbClr val="165AA7"/>
                </a:solidFill>
                <a:latin typeface="Calibri"/>
                <a:ea typeface="Calibri"/>
                <a:cs typeface="Calibri"/>
              </a:rPr>
              <a:t>SWOT-</a:t>
            </a:r>
            <a:r>
              <a:rPr lang="en-US" sz="2400" b="1" spc="160">
                <a:solidFill>
                  <a:srgbClr val="165AA7"/>
                </a:solidFill>
                <a:cs typeface="+mn-lt"/>
              </a:rPr>
              <a:t>STRENGTHS</a:t>
            </a:r>
            <a:r>
              <a:rPr lang="en-US" sz="2400" b="1" i="0" u="none" kern="0" spc="160">
                <a:solidFill>
                  <a:srgbClr val="165AA7"/>
                </a:solidFill>
                <a:cs typeface="+mn-lt"/>
              </a:rPr>
              <a:t> IN-DEPTH</a:t>
            </a:r>
          </a:p>
        </p:txBody>
      </p:sp>
      <p:sp>
        <p:nvSpPr>
          <p:cNvPr id="13" name="TextBox 12"/>
          <p:cNvSpPr txBox="1"/>
          <p:nvPr/>
        </p:nvSpPr>
        <p:spPr>
          <a:xfrm>
            <a:off x="294640" y="864870"/>
            <a:ext cx="8116004" cy="492443"/>
          </a:xfrm>
          <a:prstGeom prst="rect">
            <a:avLst/>
          </a:prstGeom>
          <a:noFill/>
        </p:spPr>
        <p:txBody>
          <a:bodyPr wrap="none" lIns="0" tIns="0" rIns="0" bIns="0" anchor="t">
            <a:spAutoFit/>
          </a:bodyPr>
          <a:lstStyle/>
          <a:p>
            <a:pPr algn="l">
              <a:lnSpc>
                <a:spcPct val="100000"/>
              </a:lnSpc>
              <a:buClrTx/>
              <a:buSzTx/>
              <a:buFontTx/>
            </a:pPr>
            <a:r>
              <a:rPr lang="en-US" sz="3200" b="1" i="0" u="none">
                <a:solidFill>
                  <a:srgbClr val="21313C"/>
                </a:solidFill>
                <a:latin typeface="Calibri"/>
                <a:ea typeface="Calibri"/>
                <a:cs typeface="Calibri"/>
              </a:rPr>
              <a:t>Design-Integrated Logistics &amp; Strategic Sourcing</a:t>
            </a:r>
          </a:p>
        </p:txBody>
      </p:sp>
      <p:sp>
        <p:nvSpPr>
          <p:cNvPr id="14" name="TextBox 13"/>
          <p:cNvSpPr txBox="1"/>
          <p:nvPr/>
        </p:nvSpPr>
        <p:spPr>
          <a:xfrm>
            <a:off x="345440" y="1471235"/>
            <a:ext cx="6684522" cy="246221"/>
          </a:xfrm>
          <a:prstGeom prst="rect">
            <a:avLst/>
          </a:prstGeom>
          <a:noFill/>
        </p:spPr>
        <p:txBody>
          <a:bodyPr wrap="none" lIns="0" tIns="0" rIns="0" bIns="0" anchor="t">
            <a:spAutoFit/>
          </a:bodyPr>
          <a:lstStyle/>
          <a:p>
            <a:pPr algn="l">
              <a:buClrTx/>
              <a:buSzTx/>
              <a:buFontTx/>
            </a:pPr>
            <a:r>
              <a:rPr lang="en-US" sz="1600" b="0" i="0" u="none">
                <a:solidFill>
                  <a:srgbClr val="64727B"/>
                </a:solidFill>
                <a:latin typeface="Calibri"/>
                <a:ea typeface="Calibri"/>
                <a:cs typeface="Calibri"/>
              </a:rPr>
              <a:t>Embedding supply chain efficiency directly into product R&amp;D to build cost moats</a:t>
            </a:r>
          </a:p>
        </p:txBody>
      </p:sp>
      <p:sp>
        <p:nvSpPr>
          <p:cNvPr id="15" name="TextBox 14"/>
          <p:cNvSpPr txBox="1"/>
          <p:nvPr/>
        </p:nvSpPr>
        <p:spPr>
          <a:xfrm>
            <a:off x="946785" y="5255260"/>
            <a:ext cx="2745740" cy="317500"/>
          </a:xfrm>
          <a:prstGeom prst="rect">
            <a:avLst/>
          </a:prstGeom>
          <a:noFill/>
        </p:spPr>
        <p:txBody>
          <a:bodyPr wrap="none" lIns="179933" tIns="0" rIns="0" bIns="0" anchor="t">
            <a:noAutofit/>
          </a:bodyPr>
          <a:lstStyle/>
          <a:p>
            <a:pPr algn="l"/>
            <a:r>
              <a:rPr sz="1800" b="1" i="0" u="none">
                <a:solidFill>
                  <a:srgbClr val="1E3A8A"/>
                </a:solidFill>
                <a:latin typeface="Calibri"/>
                <a:ea typeface="Calibri"/>
                <a:cs typeface="Calibri"/>
              </a:rPr>
              <a:t>Core Strategic Takeaway:</a:t>
            </a:r>
            <a:endParaRPr lang="en-US" sz="1800" b="1" i="0" u="none">
              <a:solidFill>
                <a:srgbClr val="1E3A8A"/>
              </a:solidFill>
              <a:latin typeface="Calibri"/>
              <a:ea typeface="Calibri"/>
              <a:cs typeface="Calibri"/>
            </a:endParaRPr>
          </a:p>
        </p:txBody>
      </p:sp>
      <p:sp>
        <p:nvSpPr>
          <p:cNvPr id="16" name="TextBox 15"/>
          <p:cNvSpPr txBox="1"/>
          <p:nvPr/>
        </p:nvSpPr>
        <p:spPr>
          <a:xfrm>
            <a:off x="1082040" y="5621655"/>
            <a:ext cx="10707370" cy="297815"/>
          </a:xfrm>
          <a:prstGeom prst="rect">
            <a:avLst/>
          </a:prstGeom>
          <a:noFill/>
        </p:spPr>
        <p:txBody>
          <a:bodyPr wrap="none" lIns="0" tIns="0" rIns="0" bIns="0" anchor="t">
            <a:noAutofit/>
          </a:bodyPr>
          <a:lstStyle/>
          <a:p>
            <a:pPr algn="l"/>
            <a:r>
              <a:rPr sz="1800" b="0" i="0" u="none">
                <a:solidFill>
                  <a:srgbClr val="3B82F6"/>
                </a:solidFill>
                <a:latin typeface="Calibri"/>
                <a:ea typeface="Calibri"/>
                <a:cs typeface="Calibri"/>
              </a:rPr>
              <a:t>The triad of "Modular Design + Strategic Sourcing + Customer Self-Fulfillment" eliminates touchpoints and</a:t>
            </a:r>
            <a:br>
              <a:rPr sz="1800" b="0" i="0" u="none">
                <a:latin typeface="Calibri"/>
                <a:ea typeface="Calibri"/>
                <a:cs typeface="Calibri"/>
              </a:rPr>
            </a:br>
            <a:r>
              <a:rPr sz="1800" b="0" i="0" u="none">
                <a:solidFill>
                  <a:srgbClr val="3B82F6"/>
                </a:solidFill>
                <a:latin typeface="Calibri"/>
                <a:ea typeface="Calibri"/>
                <a:cs typeface="Calibri"/>
              </a:rPr>
              <a:t> creates an </a:t>
            </a:r>
            <a:r>
              <a:rPr sz="1800" b="0" i="0" u="none" err="1">
                <a:solidFill>
                  <a:srgbClr val="3B82F6"/>
                </a:solidFill>
                <a:latin typeface="Calibri"/>
                <a:ea typeface="Calibri"/>
                <a:cs typeface="Calibri"/>
              </a:rPr>
              <a:t>unreplicable</a:t>
            </a:r>
            <a:r>
              <a:rPr sz="1800" b="0" i="0" u="none">
                <a:solidFill>
                  <a:srgbClr val="3B82F6"/>
                </a:solidFill>
                <a:latin typeface="Calibri"/>
                <a:ea typeface="Calibri"/>
                <a:cs typeface="Calibri"/>
              </a:rPr>
              <a:t> low-cost moat.</a:t>
            </a:r>
            <a:endParaRPr lang="en-US" sz="1800" b="0" i="0" u="none">
              <a:solidFill>
                <a:srgbClr val="3B82F6"/>
              </a:solidFill>
              <a:latin typeface="Calibri"/>
              <a:ea typeface="Calibri"/>
              <a:cs typeface="Calibri"/>
            </a:endParaRPr>
          </a:p>
        </p:txBody>
      </p:sp>
      <p:sp>
        <p:nvSpPr>
          <p:cNvPr id="17" name="TextBox 16"/>
          <p:cNvSpPr txBox="1"/>
          <p:nvPr>
            <p:custDataLst>
              <p:tags r:id="rId7"/>
            </p:custDataLst>
          </p:nvPr>
        </p:nvSpPr>
        <p:spPr>
          <a:xfrm>
            <a:off x="567690" y="2075180"/>
            <a:ext cx="2286635" cy="246221"/>
          </a:xfrm>
          <a:prstGeom prst="rect">
            <a:avLst/>
          </a:prstGeom>
          <a:noFill/>
        </p:spPr>
        <p:txBody>
          <a:bodyPr wrap="square" lIns="0" tIns="0" rIns="0" bIns="0" anchor="t">
            <a:spAutoFit/>
          </a:bodyPr>
          <a:lstStyle/>
          <a:p>
            <a:pPr algn="l"/>
            <a:r>
              <a:rPr sz="1600" b="1" i="0" u="none">
                <a:solidFill>
                  <a:srgbClr val="0369A1"/>
                </a:solidFill>
                <a:latin typeface="Calibri"/>
                <a:ea typeface="Calibri"/>
                <a:cs typeface="Calibri"/>
              </a:rPr>
              <a:t>CASE: BILLY Bookcase</a:t>
            </a:r>
          </a:p>
        </p:txBody>
      </p:sp>
      <p:sp>
        <p:nvSpPr>
          <p:cNvPr id="18" name="TextBox 17"/>
          <p:cNvSpPr txBox="1"/>
          <p:nvPr>
            <p:custDataLst>
              <p:tags r:id="rId8"/>
            </p:custDataLst>
          </p:nvPr>
        </p:nvSpPr>
        <p:spPr>
          <a:xfrm>
            <a:off x="482600" y="2602310"/>
            <a:ext cx="2190750" cy="246221"/>
          </a:xfrm>
          <a:prstGeom prst="rect">
            <a:avLst/>
          </a:prstGeom>
          <a:noFill/>
        </p:spPr>
        <p:txBody>
          <a:bodyPr wrap="square" lIns="0" tIns="0" rIns="0" bIns="0" anchor="ctr">
            <a:spAutoFit/>
          </a:bodyPr>
          <a:lstStyle/>
          <a:p>
            <a:pPr algn="l"/>
            <a:r>
              <a:rPr sz="1600" b="1" i="0" u="none">
                <a:solidFill>
                  <a:srgbClr val="0F172A"/>
                </a:solidFill>
                <a:latin typeface="Calibri"/>
                <a:ea typeface="Calibri"/>
                <a:cs typeface="Calibri"/>
              </a:rPr>
              <a:t>Flat-Pack Architecture</a:t>
            </a:r>
          </a:p>
        </p:txBody>
      </p:sp>
      <p:sp>
        <p:nvSpPr>
          <p:cNvPr id="19" name="TextBox 18"/>
          <p:cNvSpPr txBox="1"/>
          <p:nvPr>
            <p:custDataLst>
              <p:tags r:id="rId9"/>
            </p:custDataLst>
          </p:nvPr>
        </p:nvSpPr>
        <p:spPr>
          <a:xfrm>
            <a:off x="482600" y="2932430"/>
            <a:ext cx="5371465" cy="1518942"/>
          </a:xfrm>
          <a:prstGeom prst="rect">
            <a:avLst/>
          </a:prstGeom>
          <a:noFill/>
        </p:spPr>
        <p:txBody>
          <a:bodyPr wrap="square" lIns="0" tIns="0" rIns="0" bIns="0" anchor="t">
            <a:spAutoFit/>
          </a:bodyPr>
          <a:lstStyle/>
          <a:p>
            <a:pPr algn="l">
              <a:lnSpc>
                <a:spcPts val="1680"/>
              </a:lnSpc>
            </a:pPr>
            <a:r>
              <a:rPr sz="1600" b="0" i="0" u="none">
                <a:solidFill>
                  <a:srgbClr val="475569"/>
                </a:solidFill>
                <a:latin typeface="Calibri"/>
                <a:ea typeface="Calibri"/>
                <a:cs typeface="Calibri"/>
              </a:rPr>
              <a:t>Modular disassembly designs reduce packaging volume by </a:t>
            </a:r>
            <a:r>
              <a:rPr sz="1600" b="1" i="0" u="none">
                <a:solidFill>
                  <a:srgbClr val="475569"/>
                </a:solidFill>
                <a:latin typeface="Calibri"/>
                <a:ea typeface="Calibri"/>
                <a:cs typeface="Calibri"/>
              </a:rPr>
              <a:t>70–80%</a:t>
            </a:r>
            <a:r>
              <a:rPr sz="1600" b="0" i="0" u="none">
                <a:solidFill>
                  <a:srgbClr val="475569"/>
                </a:solidFill>
                <a:latin typeface="Calibri"/>
                <a:ea typeface="Calibri"/>
                <a:cs typeface="Calibri"/>
              </a:rPr>
              <a:t>.</a:t>
            </a:r>
            <a:r>
              <a:rPr sz="3600">
                <a:latin typeface="Calibri"/>
                <a:ea typeface="Calibri"/>
                <a:cs typeface="Calibri"/>
              </a:rPr>
              <a:t>
</a:t>
            </a: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Logistics Leverage:</a:t>
            </a:r>
            <a:r>
              <a:rPr sz="1600" b="0" i="0" u="none">
                <a:solidFill>
                  <a:srgbClr val="475569"/>
                </a:solidFill>
                <a:latin typeface="Calibri"/>
                <a:ea typeface="Calibri"/>
                <a:cs typeface="Calibri"/>
              </a:rPr>
              <a:t> Trucks required for 10,000 bookcases drop from 50 to </a:t>
            </a:r>
            <a:r>
              <a:rPr sz="1600" b="1" i="0" u="none">
                <a:solidFill>
                  <a:srgbClr val="475569"/>
                </a:solidFill>
                <a:latin typeface="Calibri"/>
                <a:ea typeface="Calibri"/>
                <a:cs typeface="Calibri"/>
              </a:rPr>
              <a:t>10 vehicles</a:t>
            </a:r>
            <a:r>
              <a:rPr sz="1600" b="0" i="0" u="none">
                <a:solidFill>
                  <a:srgbClr val="475569"/>
                </a:solidFill>
                <a:latin typeface="Calibri"/>
                <a:ea typeface="Calibri"/>
                <a:cs typeface="Calibri"/>
              </a:rPr>
              <a:t>.</a:t>
            </a:r>
            <a:r>
              <a:rPr sz="3600">
                <a:latin typeface="Calibri"/>
                <a:ea typeface="Calibri"/>
                <a:cs typeface="Calibri"/>
              </a:rPr>
              <a:t>
</a:t>
            </a: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Strategic Rationale:</a:t>
            </a:r>
            <a:r>
              <a:rPr sz="1600" b="0" i="0" u="none">
                <a:solidFill>
                  <a:srgbClr val="475569"/>
                </a:solidFill>
                <a:latin typeface="Calibri"/>
                <a:ea typeface="Calibri"/>
                <a:cs typeface="Calibri"/>
              </a:rPr>
              <a:t> Cost savings are locked in at the design phase rather than post-production.</a:t>
            </a:r>
            <a:endParaRPr lang="en-US" sz="1600" b="0" i="0" u="none">
              <a:solidFill>
                <a:srgbClr val="475569"/>
              </a:solidFill>
              <a:latin typeface="Calibri"/>
              <a:ea typeface="Calibri"/>
              <a:cs typeface="Calibri"/>
            </a:endParaRPr>
          </a:p>
        </p:txBody>
      </p:sp>
      <p:sp>
        <p:nvSpPr>
          <p:cNvPr id="20" name="TextBox 19"/>
          <p:cNvSpPr txBox="1"/>
          <p:nvPr>
            <p:custDataLst>
              <p:tags r:id="rId10"/>
            </p:custDataLst>
          </p:nvPr>
        </p:nvSpPr>
        <p:spPr>
          <a:xfrm>
            <a:off x="6595745" y="2067560"/>
            <a:ext cx="3124835" cy="246221"/>
          </a:xfrm>
          <a:prstGeom prst="rect">
            <a:avLst/>
          </a:prstGeom>
          <a:noFill/>
        </p:spPr>
        <p:txBody>
          <a:bodyPr wrap="square" lIns="0" tIns="0" rIns="0" bIns="0" anchor="t">
            <a:spAutoFit/>
          </a:bodyPr>
          <a:lstStyle/>
          <a:p>
            <a:pPr algn="l"/>
            <a:r>
              <a:rPr sz="1600" b="1" i="0" u="none">
                <a:solidFill>
                  <a:srgbClr val="0369A1"/>
                </a:solidFill>
                <a:latin typeface="Calibri"/>
                <a:ea typeface="Calibri"/>
                <a:cs typeface="Calibri"/>
              </a:rPr>
              <a:t>CASE: Poland Production Hubs</a:t>
            </a:r>
          </a:p>
        </p:txBody>
      </p:sp>
      <p:sp>
        <p:nvSpPr>
          <p:cNvPr id="21" name="TextBox 20"/>
          <p:cNvSpPr txBox="1"/>
          <p:nvPr>
            <p:custDataLst>
              <p:tags r:id="rId11"/>
            </p:custDataLst>
          </p:nvPr>
        </p:nvSpPr>
        <p:spPr>
          <a:xfrm>
            <a:off x="6595745" y="2519760"/>
            <a:ext cx="2159635" cy="246221"/>
          </a:xfrm>
          <a:prstGeom prst="rect">
            <a:avLst/>
          </a:prstGeom>
          <a:noFill/>
        </p:spPr>
        <p:txBody>
          <a:bodyPr wrap="square" lIns="0" tIns="0" rIns="0" bIns="0" anchor="ctr">
            <a:spAutoFit/>
          </a:bodyPr>
          <a:lstStyle/>
          <a:p>
            <a:pPr algn="l"/>
            <a:r>
              <a:rPr sz="1600" b="1" i="0" u="none">
                <a:solidFill>
                  <a:srgbClr val="0F172A"/>
                </a:solidFill>
                <a:latin typeface="Calibri"/>
                <a:ea typeface="Calibri"/>
                <a:cs typeface="Calibri"/>
              </a:rPr>
              <a:t>Global Sourcing Scale</a:t>
            </a:r>
          </a:p>
        </p:txBody>
      </p:sp>
      <p:sp>
        <p:nvSpPr>
          <p:cNvPr id="22" name="TextBox 21"/>
          <p:cNvSpPr txBox="1"/>
          <p:nvPr>
            <p:custDataLst>
              <p:tags r:id="rId12"/>
            </p:custDataLst>
          </p:nvPr>
        </p:nvSpPr>
        <p:spPr>
          <a:xfrm>
            <a:off x="6595745" y="2924810"/>
            <a:ext cx="5318760" cy="1526059"/>
          </a:xfrm>
          <a:prstGeom prst="rect">
            <a:avLst/>
          </a:prstGeom>
          <a:noFill/>
        </p:spPr>
        <p:txBody>
          <a:bodyPr wrap="square" lIns="0" tIns="0" rIns="0" bIns="0" anchor="t">
            <a:spAutoFit/>
          </a:bodyPr>
          <a:lstStyle/>
          <a:p>
            <a:pPr algn="l">
              <a:lnSpc>
                <a:spcPts val="1680"/>
              </a:lnSpc>
            </a:pPr>
            <a:r>
              <a:rPr sz="1600" b="0" i="0" u="none">
                <a:solidFill>
                  <a:srgbClr val="475569"/>
                </a:solidFill>
                <a:latin typeface="Calibri"/>
                <a:ea typeface="Calibri"/>
                <a:cs typeface="Calibri"/>
              </a:rPr>
              <a:t>1,000+ Tier-1 suppliers globally. Poland produces nearly </a:t>
            </a:r>
            <a:r>
              <a:rPr sz="1600" b="1" i="0" u="none">
                <a:solidFill>
                  <a:srgbClr val="475569"/>
                </a:solidFill>
                <a:latin typeface="Calibri"/>
                <a:ea typeface="Calibri"/>
                <a:cs typeface="Calibri"/>
              </a:rPr>
              <a:t>20%</a:t>
            </a:r>
            <a:r>
              <a:rPr sz="1600" b="0" i="0" u="none">
                <a:solidFill>
                  <a:srgbClr val="475569"/>
                </a:solidFill>
                <a:latin typeface="Calibri"/>
                <a:ea typeface="Calibri"/>
                <a:cs typeface="Calibri"/>
              </a:rPr>
              <a:t> of all IKEA wooden furniture.</a:t>
            </a:r>
            <a:r>
              <a:rPr sz="3600">
                <a:latin typeface="Calibri"/>
                <a:ea typeface="Calibri"/>
                <a:cs typeface="Calibri"/>
              </a:rPr>
              <a:t>
</a:t>
            </a: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Lock-in Mechanism:</a:t>
            </a:r>
            <a:r>
              <a:rPr sz="1600" b="0" i="0" u="none">
                <a:solidFill>
                  <a:srgbClr val="475569"/>
                </a:solidFill>
                <a:latin typeface="Calibri"/>
                <a:ea typeface="Calibri"/>
                <a:cs typeface="Calibri"/>
              </a:rPr>
              <a:t> Financial backing &amp; long-term exclusive contracts secure capacity.</a:t>
            </a:r>
            <a:r>
              <a:rPr sz="3600">
                <a:latin typeface="Calibri"/>
                <a:ea typeface="Calibri"/>
                <a:cs typeface="Calibri"/>
              </a:rPr>
              <a:t>
</a:t>
            </a: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Economies of Scale:</a:t>
            </a:r>
            <a:r>
              <a:rPr sz="1600" b="0" i="0" u="none">
                <a:solidFill>
                  <a:srgbClr val="475569"/>
                </a:solidFill>
                <a:latin typeface="Calibri"/>
                <a:ea typeface="Calibri"/>
                <a:cs typeface="Calibri"/>
              </a:rPr>
              <a:t> High-density procurement provides massive bargaining power.</a:t>
            </a:r>
          </a:p>
        </p:txBody>
      </p:sp>
      <p:sp>
        <p:nvSpPr>
          <p:cNvPr id="23" name="Shape 1"/>
          <p:cNvSpPr/>
          <p:nvPr/>
        </p:nvSpPr>
        <p:spPr>
          <a:xfrm>
            <a:off x="482600" y="688848"/>
            <a:ext cx="11109960" cy="1"/>
          </a:xfrm>
          <a:prstGeom prst="line">
            <a:avLst/>
          </a:prstGeom>
          <a:noFill/>
          <a:ln w="12700">
            <a:solidFill>
              <a:srgbClr val="D8D0C2"/>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custDataLst>
              <p:tags r:id="rId1"/>
            </p:custDataLst>
          </p:nvPr>
        </p:nvSpPr>
        <p:spPr>
          <a:xfrm>
            <a:off x="387985" y="1638300"/>
            <a:ext cx="10624820" cy="2199005"/>
          </a:xfrm>
          <a:prstGeom prst="roundRect">
            <a:avLst>
              <a:gd name="adj" fmla="val 3767"/>
            </a:avLst>
          </a:prstGeom>
          <a:solidFill>
            <a:srgbClr val="FFF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a:ea typeface="Calibri"/>
              <a:cs typeface="Calibri"/>
            </a:endParaRPr>
          </a:p>
        </p:txBody>
      </p:sp>
      <p:sp>
        <p:nvSpPr>
          <p:cNvPr id="4" name="Rounded Rectangle 3"/>
          <p:cNvSpPr/>
          <p:nvPr>
            <p:custDataLst>
              <p:tags r:id="rId2"/>
            </p:custDataLst>
          </p:nvPr>
        </p:nvSpPr>
        <p:spPr>
          <a:xfrm>
            <a:off x="387985" y="4211320"/>
            <a:ext cx="10624820" cy="2022475"/>
          </a:xfrm>
          <a:prstGeom prst="roundRect">
            <a:avLst>
              <a:gd name="adj" fmla="val 3767"/>
            </a:avLst>
          </a:prstGeom>
          <a:solidFill>
            <a:srgbClr val="FFF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a:ea typeface="Calibri"/>
              <a:cs typeface="Calibri"/>
            </a:endParaRPr>
          </a:p>
        </p:txBody>
      </p:sp>
      <p:sp>
        <p:nvSpPr>
          <p:cNvPr id="5" name="Rectangle 4"/>
          <p:cNvSpPr/>
          <p:nvPr>
            <p:custDataLst>
              <p:tags r:id="rId3"/>
            </p:custDataLst>
          </p:nvPr>
        </p:nvSpPr>
        <p:spPr>
          <a:xfrm>
            <a:off x="387985" y="1638300"/>
            <a:ext cx="76200"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a:ea typeface="Calibri"/>
              <a:cs typeface="Calibri"/>
            </a:endParaRPr>
          </a:p>
        </p:txBody>
      </p:sp>
      <p:pic>
        <p:nvPicPr>
          <p:cNvPr id="7" name="Picture 6" descr="image.png"/>
          <p:cNvPicPr>
            <a:picLocks noChangeAspect="1"/>
          </p:cNvPicPr>
          <p:nvPr>
            <p:custDataLst>
              <p:tags r:id="rId4"/>
            </p:custDataLst>
          </p:nvPr>
        </p:nvPicPr>
        <p:blipFill>
          <a:blip r:embed="rId13"/>
          <a:stretch>
            <a:fillRect/>
          </a:stretch>
        </p:blipFill>
        <p:spPr>
          <a:xfrm>
            <a:off x="591185" y="1848405"/>
            <a:ext cx="196179" cy="252000"/>
          </a:xfrm>
          <a:prstGeom prst="rect">
            <a:avLst/>
          </a:prstGeom>
        </p:spPr>
      </p:pic>
      <p:pic>
        <p:nvPicPr>
          <p:cNvPr id="8" name="Picture 7" descr="image.png"/>
          <p:cNvPicPr>
            <a:picLocks noChangeAspect="1"/>
          </p:cNvPicPr>
          <p:nvPr>
            <p:custDataLst>
              <p:tags r:id="rId5"/>
            </p:custDataLst>
          </p:nvPr>
        </p:nvPicPr>
        <p:blipFill>
          <a:blip r:embed="rId14"/>
          <a:stretch>
            <a:fillRect/>
          </a:stretch>
        </p:blipFill>
        <p:spPr>
          <a:xfrm>
            <a:off x="591185" y="4421425"/>
            <a:ext cx="196179" cy="252000"/>
          </a:xfrm>
          <a:prstGeom prst="rect">
            <a:avLst/>
          </a:prstGeom>
        </p:spPr>
      </p:pic>
      <p:sp>
        <p:nvSpPr>
          <p:cNvPr id="10" name="TextBox 9"/>
          <p:cNvSpPr txBox="1"/>
          <p:nvPr/>
        </p:nvSpPr>
        <p:spPr>
          <a:xfrm>
            <a:off x="464820" y="149860"/>
            <a:ext cx="5083443" cy="369332"/>
          </a:xfrm>
          <a:prstGeom prst="rect">
            <a:avLst/>
          </a:prstGeom>
          <a:noFill/>
        </p:spPr>
        <p:txBody>
          <a:bodyPr wrap="none" lIns="0" tIns="0" rIns="0" bIns="0" anchor="t">
            <a:spAutoFit/>
          </a:bodyPr>
          <a:lstStyle/>
          <a:p>
            <a:pPr algn="l">
              <a:buClrTx/>
              <a:buSzTx/>
              <a:buFontTx/>
            </a:pPr>
            <a:r>
              <a:rPr lang="en-US" sz="2400" b="1" i="0" u="none" kern="0" spc="160">
                <a:solidFill>
                  <a:srgbClr val="165AA7"/>
                </a:solidFill>
                <a:latin typeface="Calibri"/>
                <a:ea typeface="Calibri"/>
                <a:cs typeface="Calibri"/>
              </a:rPr>
              <a:t>03 / </a:t>
            </a:r>
            <a:r>
              <a:rPr lang="en-US" sz="2400" b="1" spc="160">
                <a:solidFill>
                  <a:srgbClr val="165AA7"/>
                </a:solidFill>
                <a:latin typeface="Calibri"/>
                <a:ea typeface="Calibri"/>
                <a:cs typeface="Calibri"/>
              </a:rPr>
              <a:t>SWOT-WEAKNESSES</a:t>
            </a:r>
            <a:r>
              <a:rPr lang="en-US" sz="2400" b="1" i="0" u="none" kern="0" spc="160">
                <a:solidFill>
                  <a:srgbClr val="165AA7"/>
                </a:solidFill>
                <a:latin typeface="Calibri"/>
                <a:ea typeface="Calibri"/>
                <a:cs typeface="Calibri"/>
              </a:rPr>
              <a:t> IN-DEPTH</a:t>
            </a:r>
          </a:p>
        </p:txBody>
      </p:sp>
      <p:sp>
        <p:nvSpPr>
          <p:cNvPr id="11" name="TextBox 10"/>
          <p:cNvSpPr txBox="1"/>
          <p:nvPr/>
        </p:nvSpPr>
        <p:spPr>
          <a:xfrm>
            <a:off x="609600" y="626745"/>
            <a:ext cx="9929000" cy="492443"/>
          </a:xfrm>
          <a:prstGeom prst="rect">
            <a:avLst/>
          </a:prstGeom>
          <a:noFill/>
        </p:spPr>
        <p:txBody>
          <a:bodyPr wrap="none" lIns="0" tIns="0" rIns="0" bIns="0" anchor="t">
            <a:spAutoFit/>
          </a:bodyPr>
          <a:lstStyle/>
          <a:p>
            <a:pPr algn="l">
              <a:lnSpc>
                <a:spcPct val="100000"/>
              </a:lnSpc>
              <a:buClrTx/>
              <a:buSzTx/>
              <a:buFontTx/>
            </a:pPr>
            <a:r>
              <a:rPr lang="en-US" sz="3200" b="1" i="0" u="none">
                <a:solidFill>
                  <a:srgbClr val="21313C"/>
                </a:solidFill>
                <a:latin typeface="Calibri"/>
                <a:ea typeface="Calibri"/>
                <a:cs typeface="Calibri"/>
              </a:rPr>
              <a:t>Last-Mile Shortfalls &amp; Supply Network Visibility Blindspots</a:t>
            </a:r>
          </a:p>
        </p:txBody>
      </p:sp>
      <p:sp>
        <p:nvSpPr>
          <p:cNvPr id="12" name="TextBox 11"/>
          <p:cNvSpPr txBox="1"/>
          <p:nvPr/>
        </p:nvSpPr>
        <p:spPr>
          <a:xfrm>
            <a:off x="609600" y="1118810"/>
            <a:ext cx="7102906" cy="246221"/>
          </a:xfrm>
          <a:prstGeom prst="rect">
            <a:avLst/>
          </a:prstGeom>
          <a:noFill/>
        </p:spPr>
        <p:txBody>
          <a:bodyPr wrap="none" lIns="0" tIns="0" rIns="0" bIns="0" anchor="t">
            <a:spAutoFit/>
          </a:bodyPr>
          <a:lstStyle/>
          <a:p>
            <a:pPr algn="l">
              <a:buClrTx/>
              <a:buSzTx/>
              <a:buFontTx/>
            </a:pPr>
            <a:r>
              <a:rPr lang="en-US" sz="1600" b="0" i="0" u="none">
                <a:solidFill>
                  <a:srgbClr val="64727B"/>
                </a:solidFill>
                <a:latin typeface="Calibri"/>
                <a:ea typeface="Calibri"/>
                <a:cs typeface="Calibri"/>
              </a:rPr>
              <a:t>Structural friction in adapting legacy store-fulfillment models to modern e-commerce</a:t>
            </a:r>
          </a:p>
        </p:txBody>
      </p:sp>
      <p:sp>
        <p:nvSpPr>
          <p:cNvPr id="13" name="TextBox 12"/>
          <p:cNvSpPr txBox="1"/>
          <p:nvPr>
            <p:custDataLst>
              <p:tags r:id="rId6"/>
            </p:custDataLst>
          </p:nvPr>
        </p:nvSpPr>
        <p:spPr>
          <a:xfrm>
            <a:off x="875992" y="1839278"/>
            <a:ext cx="2955937" cy="246221"/>
          </a:xfrm>
          <a:prstGeom prst="rect">
            <a:avLst/>
          </a:prstGeom>
          <a:noFill/>
        </p:spPr>
        <p:txBody>
          <a:bodyPr wrap="none" lIns="0" tIns="0" rIns="0" bIns="0" anchor="ctr">
            <a:spAutoFit/>
          </a:bodyPr>
          <a:lstStyle/>
          <a:p>
            <a:pPr algn="l"/>
            <a:r>
              <a:rPr sz="1600" b="1" i="0" u="none">
                <a:solidFill>
                  <a:srgbClr val="B45309"/>
                </a:solidFill>
                <a:latin typeface="Calibri"/>
                <a:ea typeface="Calibri"/>
                <a:cs typeface="Calibri"/>
              </a:rPr>
              <a:t>E-Commerce Last-Mile Bottlenecks</a:t>
            </a:r>
          </a:p>
        </p:txBody>
      </p:sp>
      <p:sp>
        <p:nvSpPr>
          <p:cNvPr id="14" name="TextBox 13"/>
          <p:cNvSpPr txBox="1"/>
          <p:nvPr>
            <p:custDataLst>
              <p:tags r:id="rId7"/>
            </p:custDataLst>
          </p:nvPr>
        </p:nvSpPr>
        <p:spPr>
          <a:xfrm>
            <a:off x="648335" y="2353945"/>
            <a:ext cx="10336530" cy="1199515"/>
          </a:xfrm>
          <a:prstGeom prst="rect">
            <a:avLst/>
          </a:prstGeom>
          <a:noFill/>
        </p:spPr>
        <p:txBody>
          <a:bodyPr wrap="square" lIns="0" tIns="0" rIns="0" bIns="0" anchor="t">
            <a:noAutofit/>
          </a:bodyPr>
          <a:lstStyle/>
          <a:p>
            <a:pPr algn="l">
              <a:lnSpc>
                <a:spcPts val="1680"/>
              </a:lnSpc>
              <a:buClrTx/>
              <a:buSzTx/>
              <a:buFontTx/>
            </a:pPr>
            <a:r>
              <a:rPr sz="1600" b="0" i="0" u="none">
                <a:solidFill>
                  <a:srgbClr val="475569"/>
                </a:solidFill>
                <a:latin typeface="Calibri"/>
                <a:ea typeface="Calibri"/>
                <a:cs typeface="Calibri"/>
              </a:rPr>
              <a:t>• </a:t>
            </a:r>
            <a:r>
              <a:rPr sz="1600" i="0" u="none">
                <a:solidFill>
                  <a:srgbClr val="475569"/>
                </a:solidFill>
                <a:latin typeface="Calibri"/>
                <a:ea typeface="Calibri"/>
                <a:cs typeface="Calibri"/>
              </a:rPr>
              <a:t>Model Mismatch:</a:t>
            </a:r>
            <a:r>
              <a:rPr sz="1600" b="0" i="0" u="none">
                <a:solidFill>
                  <a:srgbClr val="475569"/>
                </a:solidFill>
                <a:latin typeface="Calibri"/>
                <a:ea typeface="Calibri"/>
                <a:cs typeface="Calibri"/>
              </a:rPr>
              <a:t> Suburban stores are designed for full-pallet replenishment and customer self-pickup—not parcel picking.</a:t>
            </a:r>
            <a:br>
              <a:rPr sz="1600" b="0" i="0" u="none">
                <a:solidFill>
                  <a:srgbClr val="475569"/>
                </a:solidFill>
                <a:latin typeface="Calibri"/>
                <a:ea typeface="Calibri"/>
                <a:cs typeface="Calibri"/>
              </a:rPr>
            </a:br>
            <a:r>
              <a:rPr sz="1600">
                <a:solidFill>
                  <a:srgbClr val="475569"/>
                </a:solidFill>
                <a:latin typeface="Calibri"/>
                <a:ea typeface="Calibri"/>
                <a:cs typeface="Calibri"/>
              </a:rPr>
              <a:t>
</a:t>
            </a:r>
            <a:r>
              <a:rPr sz="1600" b="0" i="0" u="none">
                <a:solidFill>
                  <a:srgbClr val="475569"/>
                </a:solidFill>
                <a:latin typeface="Calibri"/>
                <a:ea typeface="Calibri"/>
                <a:cs typeface="Calibri"/>
              </a:rPr>
              <a:t> • </a:t>
            </a:r>
            <a:r>
              <a:rPr sz="1600" i="0" u="none">
                <a:solidFill>
                  <a:srgbClr val="475569"/>
                </a:solidFill>
                <a:latin typeface="Calibri"/>
                <a:ea typeface="Calibri"/>
                <a:cs typeface="Calibri"/>
              </a:rPr>
              <a:t>Cost Disadvantage:</a:t>
            </a:r>
            <a:r>
              <a:rPr sz="1600" b="0" i="0" u="none">
                <a:solidFill>
                  <a:srgbClr val="475569"/>
                </a:solidFill>
                <a:latin typeface="Calibri"/>
                <a:ea typeface="Calibri"/>
                <a:cs typeface="Calibri"/>
              </a:rPr>
              <a:t> Home delivery for bulky items leads to high logistics costs and slow delivery windows.</a:t>
            </a:r>
            <a:br>
              <a:rPr sz="1600" b="0" i="0" u="none">
                <a:solidFill>
                  <a:srgbClr val="475569"/>
                </a:solidFill>
                <a:latin typeface="Calibri"/>
                <a:ea typeface="Calibri"/>
                <a:cs typeface="Calibri"/>
              </a:rPr>
            </a:br>
            <a:r>
              <a:rPr sz="1600">
                <a:solidFill>
                  <a:srgbClr val="475569"/>
                </a:solidFill>
                <a:latin typeface="Calibri"/>
                <a:ea typeface="Calibri"/>
                <a:cs typeface="Calibri"/>
              </a:rPr>
              <a:t>
</a:t>
            </a:r>
            <a:r>
              <a:rPr sz="1600" b="0" i="0" u="none">
                <a:solidFill>
                  <a:srgbClr val="475569"/>
                </a:solidFill>
                <a:latin typeface="Calibri"/>
                <a:ea typeface="Calibri"/>
                <a:cs typeface="Calibri"/>
              </a:rPr>
              <a:t> • </a:t>
            </a:r>
            <a:r>
              <a:rPr sz="1600" i="0" u="none">
                <a:solidFill>
                  <a:srgbClr val="475569"/>
                </a:solidFill>
                <a:latin typeface="Calibri"/>
                <a:ea typeface="Calibri"/>
                <a:cs typeface="Calibri"/>
              </a:rPr>
              <a:t>Impact:</a:t>
            </a:r>
            <a:r>
              <a:rPr sz="1600" b="0" i="0" u="none">
                <a:solidFill>
                  <a:srgbClr val="475569"/>
                </a:solidFill>
                <a:latin typeface="Calibri"/>
                <a:ea typeface="Calibri"/>
                <a:cs typeface="Calibri"/>
              </a:rPr>
              <a:t> Erodes customer satisfaction when competing against agile online-first furniture brands.</a:t>
            </a:r>
            <a:endParaRPr lang="en-US" sz="1600" b="0" i="0" u="none">
              <a:solidFill>
                <a:srgbClr val="475569"/>
              </a:solidFill>
              <a:latin typeface="Calibri"/>
              <a:ea typeface="Calibri"/>
              <a:cs typeface="Calibri"/>
            </a:endParaRPr>
          </a:p>
        </p:txBody>
      </p:sp>
      <p:sp>
        <p:nvSpPr>
          <p:cNvPr id="15" name="TextBox 14"/>
          <p:cNvSpPr txBox="1"/>
          <p:nvPr>
            <p:custDataLst>
              <p:tags r:id="rId8"/>
            </p:custDataLst>
          </p:nvPr>
        </p:nvSpPr>
        <p:spPr>
          <a:xfrm>
            <a:off x="876300" y="4412060"/>
            <a:ext cx="9253855" cy="246221"/>
          </a:xfrm>
          <a:prstGeom prst="rect">
            <a:avLst/>
          </a:prstGeom>
          <a:noFill/>
        </p:spPr>
        <p:txBody>
          <a:bodyPr wrap="square" lIns="0" tIns="0" rIns="0" bIns="0" anchor="ctr">
            <a:spAutoFit/>
          </a:bodyPr>
          <a:lstStyle/>
          <a:p>
            <a:pPr algn="l"/>
            <a:r>
              <a:rPr sz="1600" b="1" i="0" u="none">
                <a:solidFill>
                  <a:srgbClr val="B45309"/>
                </a:solidFill>
                <a:latin typeface="Calibri"/>
                <a:ea typeface="Calibri"/>
                <a:cs typeface="Calibri"/>
              </a:rPr>
              <a:t>Extended Supply Visibility &amp; Inelastic Push Model</a:t>
            </a:r>
          </a:p>
        </p:txBody>
      </p:sp>
      <p:sp>
        <p:nvSpPr>
          <p:cNvPr id="16" name="TextBox 15"/>
          <p:cNvSpPr txBox="1"/>
          <p:nvPr>
            <p:custDataLst>
              <p:tags r:id="rId9"/>
            </p:custDataLst>
          </p:nvPr>
        </p:nvSpPr>
        <p:spPr>
          <a:xfrm>
            <a:off x="609600" y="4853305"/>
            <a:ext cx="9833610" cy="1090042"/>
          </a:xfrm>
          <a:prstGeom prst="rect">
            <a:avLst/>
          </a:prstGeom>
          <a:noFill/>
        </p:spPr>
        <p:txBody>
          <a:bodyPr wrap="square" lIns="0" tIns="0" rIns="0" bIns="0" anchor="t">
            <a:spAutoFit/>
          </a:bodyPr>
          <a:lstStyle/>
          <a:p>
            <a:pPr algn="l">
              <a:lnSpc>
                <a:spcPts val="1680"/>
              </a:lnSpc>
            </a:pPr>
            <a:r>
              <a:rPr sz="1600" i="0" u="none">
                <a:solidFill>
                  <a:srgbClr val="475569"/>
                </a:solidFill>
                <a:latin typeface="Calibri"/>
                <a:ea typeface="Calibri"/>
                <a:cs typeface="Calibri"/>
              </a:rPr>
              <a:t>• Tier-2/3 Blindspots:</a:t>
            </a:r>
            <a:r>
              <a:rPr sz="1600" b="0" i="0" u="none">
                <a:solidFill>
                  <a:srgbClr val="475569"/>
                </a:solidFill>
                <a:latin typeface="Calibri"/>
                <a:ea typeface="Calibri"/>
                <a:cs typeface="Calibri"/>
              </a:rPr>
              <a:t> Extended supplier webs make tracking timber origin and labor practices difficult.</a:t>
            </a:r>
            <a:br>
              <a:rPr sz="1600" b="0" i="0" u="none">
                <a:solidFill>
                  <a:srgbClr val="475569"/>
                </a:solidFill>
                <a:latin typeface="Calibri"/>
                <a:ea typeface="Calibri"/>
                <a:cs typeface="Calibri"/>
              </a:rPr>
            </a:br>
            <a:r>
              <a:rPr sz="3600">
                <a:latin typeface="Calibri"/>
                <a:ea typeface="Calibri"/>
                <a:cs typeface="Calibri"/>
              </a:rPr>
              <a:t>
</a:t>
            </a:r>
            <a:r>
              <a:rPr sz="1600" b="0" i="0" u="none">
                <a:solidFill>
                  <a:srgbClr val="475569"/>
                </a:solidFill>
                <a:latin typeface="Calibri"/>
                <a:ea typeface="Calibri"/>
                <a:cs typeface="Calibri"/>
              </a:rPr>
              <a:t> • </a:t>
            </a:r>
            <a:r>
              <a:rPr sz="1600" i="0" u="none">
                <a:solidFill>
                  <a:srgbClr val="475569"/>
                </a:solidFill>
                <a:latin typeface="Calibri"/>
                <a:ea typeface="Calibri"/>
                <a:cs typeface="Calibri"/>
              </a:rPr>
              <a:t>Push Rigidities:</a:t>
            </a:r>
            <a:r>
              <a:rPr sz="1600" b="0" i="0" u="none">
                <a:solidFill>
                  <a:srgbClr val="475569"/>
                </a:solidFill>
                <a:latin typeface="Calibri"/>
                <a:ea typeface="Calibri"/>
                <a:cs typeface="Calibri"/>
              </a:rPr>
              <a:t> High reliance on long-term demand forecasts creates long replenishment lead times.</a:t>
            </a:r>
            <a:br>
              <a:rPr sz="1600" b="0" i="0" u="none">
                <a:solidFill>
                  <a:srgbClr val="475569"/>
                </a:solidFill>
                <a:latin typeface="Calibri"/>
                <a:ea typeface="Calibri"/>
                <a:cs typeface="Calibri"/>
              </a:rPr>
            </a:br>
            <a:r>
              <a:rPr sz="3600">
                <a:latin typeface="Calibri"/>
                <a:ea typeface="Calibri"/>
                <a:cs typeface="Calibri"/>
              </a:rPr>
              <a:t>
</a:t>
            </a:r>
            <a:r>
              <a:rPr sz="1600" b="0" i="0" u="none">
                <a:solidFill>
                  <a:srgbClr val="475569"/>
                </a:solidFill>
                <a:latin typeface="Calibri"/>
                <a:ea typeface="Calibri"/>
                <a:cs typeface="Calibri"/>
              </a:rPr>
              <a:t> • </a:t>
            </a:r>
            <a:r>
              <a:rPr sz="1600" i="0" u="none">
                <a:solidFill>
                  <a:srgbClr val="475569"/>
                </a:solidFill>
                <a:latin typeface="Calibri"/>
                <a:ea typeface="Calibri"/>
                <a:cs typeface="Calibri"/>
              </a:rPr>
              <a:t>Impact:</a:t>
            </a:r>
            <a:r>
              <a:rPr sz="1600" b="0" i="0" u="none">
                <a:solidFill>
                  <a:srgbClr val="475569"/>
                </a:solidFill>
                <a:latin typeface="Calibri"/>
                <a:ea typeface="Calibri"/>
                <a:cs typeface="Calibri"/>
              </a:rPr>
              <a:t> Regional stockouts and inventory gluts occur simultaneously during demand shifts.</a:t>
            </a:r>
          </a:p>
        </p:txBody>
      </p:sp>
      <p:sp>
        <p:nvSpPr>
          <p:cNvPr id="23" name="Shape 1"/>
          <p:cNvSpPr/>
          <p:nvPr/>
        </p:nvSpPr>
        <p:spPr>
          <a:xfrm>
            <a:off x="502920" y="566928"/>
            <a:ext cx="11109960" cy="1"/>
          </a:xfrm>
          <a:prstGeom prst="line">
            <a:avLst/>
          </a:prstGeom>
          <a:noFill/>
          <a:ln w="12700">
            <a:solidFill>
              <a:srgbClr val="D8D0C2"/>
            </a:solidFill>
            <a:prstDash val="solid"/>
          </a:ln>
        </p:spPr>
      </p:sp>
      <p:sp>
        <p:nvSpPr>
          <p:cNvPr id="22" name="Rectangle 4"/>
          <p:cNvSpPr/>
          <p:nvPr>
            <p:custDataLst>
              <p:tags r:id="rId10"/>
            </p:custDataLst>
          </p:nvPr>
        </p:nvSpPr>
        <p:spPr>
          <a:xfrm>
            <a:off x="426720" y="4211320"/>
            <a:ext cx="76200" cy="20224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Calibri"/>
              <a:ea typeface="Calibri"/>
              <a:cs typeface="Calibri"/>
            </a:endParaRPr>
          </a:p>
        </p:txBody>
      </p:sp>
      <p:pic>
        <p:nvPicPr>
          <p:cNvPr id="28" name="图片 27"/>
          <p:cNvPicPr>
            <a:picLocks noChangeAspect="1"/>
          </p:cNvPicPr>
          <p:nvPr/>
        </p:nvPicPr>
        <p:blipFill>
          <a:blip r:embed="rId15"/>
          <a:stretch>
            <a:fillRect/>
          </a:stretch>
        </p:blipFill>
        <p:spPr>
          <a:xfrm>
            <a:off x="8209280" y="1129665"/>
            <a:ext cx="3982720" cy="1213485"/>
          </a:xfrm>
          <a:prstGeom prst="rect">
            <a:avLst/>
          </a:prstGeom>
        </p:spPr>
      </p:pic>
      <p:pic>
        <p:nvPicPr>
          <p:cNvPr id="29" name="图片 28"/>
          <p:cNvPicPr/>
          <p:nvPr/>
        </p:nvPicPr>
        <p:blipFill>
          <a:blip r:embed="rId16">
            <a:clrChange>
              <a:clrFrom>
                <a:srgbClr val="FFFFFF">
                  <a:alpha val="100000"/>
                </a:srgbClr>
              </a:clrFrom>
              <a:clrTo>
                <a:srgbClr val="FFFFFF">
                  <a:alpha val="100000"/>
                  <a:alpha val="0"/>
                </a:srgbClr>
              </a:clrTo>
            </a:clrChange>
          </a:blip>
          <a:stretch>
            <a:fillRect/>
          </a:stretch>
        </p:blipFill>
        <p:spPr>
          <a:xfrm>
            <a:off x="9231630" y="4998720"/>
            <a:ext cx="3918585" cy="2199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71500" y="6007735"/>
            <a:ext cx="10972800" cy="682625"/>
          </a:xfrm>
          <a:prstGeom prst="roundRect">
            <a:avLst>
              <a:gd name="adj" fmla="val 1568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4" name="Rounded Rectangle 3"/>
          <p:cNvSpPr/>
          <p:nvPr>
            <p:custDataLst>
              <p:tags r:id="rId1"/>
            </p:custDataLst>
          </p:nvPr>
        </p:nvSpPr>
        <p:spPr>
          <a:xfrm>
            <a:off x="209550" y="1717675"/>
            <a:ext cx="3348355" cy="1944370"/>
          </a:xfrm>
          <a:prstGeom prst="roundRect">
            <a:avLst>
              <a:gd name="adj" fmla="val 551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5" name="Rounded Rectangle 4"/>
          <p:cNvSpPr/>
          <p:nvPr>
            <p:custDataLst>
              <p:tags r:id="rId2"/>
            </p:custDataLst>
          </p:nvPr>
        </p:nvSpPr>
        <p:spPr>
          <a:xfrm>
            <a:off x="4035425" y="1722120"/>
            <a:ext cx="3530600" cy="1943735"/>
          </a:xfrm>
          <a:prstGeom prst="roundRect">
            <a:avLst>
              <a:gd name="adj" fmla="val 551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6" name="Rounded Rectangle 5"/>
          <p:cNvSpPr/>
          <p:nvPr>
            <p:custDataLst>
              <p:tags r:id="rId3"/>
            </p:custDataLst>
          </p:nvPr>
        </p:nvSpPr>
        <p:spPr>
          <a:xfrm>
            <a:off x="8216900" y="1722120"/>
            <a:ext cx="3743960" cy="1939925"/>
          </a:xfrm>
          <a:prstGeom prst="roundRect">
            <a:avLst>
              <a:gd name="adj" fmla="val 551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7" name="Rectangle 6"/>
          <p:cNvSpPr/>
          <p:nvPr>
            <p:custDataLst>
              <p:tags r:id="rId4"/>
            </p:custDataLst>
          </p:nvPr>
        </p:nvSpPr>
        <p:spPr>
          <a:xfrm>
            <a:off x="209550" y="1717675"/>
            <a:ext cx="93980" cy="19443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8" name="Rectangle 7"/>
          <p:cNvSpPr/>
          <p:nvPr>
            <p:custDataLst>
              <p:tags r:id="rId5"/>
            </p:custDataLst>
          </p:nvPr>
        </p:nvSpPr>
        <p:spPr>
          <a:xfrm>
            <a:off x="4035425" y="1722120"/>
            <a:ext cx="76200" cy="194373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9" name="Rectangle 8"/>
          <p:cNvSpPr/>
          <p:nvPr>
            <p:custDataLst>
              <p:tags r:id="rId6"/>
            </p:custDataLst>
          </p:nvPr>
        </p:nvSpPr>
        <p:spPr>
          <a:xfrm>
            <a:off x="8213090" y="1780540"/>
            <a:ext cx="76200" cy="1854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Calibri"/>
              <a:ea typeface="Calibri"/>
              <a:cs typeface="Calibri"/>
            </a:endParaRPr>
          </a:p>
        </p:txBody>
      </p:sp>
      <p:sp>
        <p:nvSpPr>
          <p:cNvPr id="14" name="TextBox 13"/>
          <p:cNvSpPr txBox="1"/>
          <p:nvPr/>
        </p:nvSpPr>
        <p:spPr>
          <a:xfrm>
            <a:off x="-342900" y="6103064"/>
            <a:ext cx="12801600" cy="492125"/>
          </a:xfrm>
          <a:prstGeom prst="rect">
            <a:avLst/>
          </a:prstGeom>
          <a:noFill/>
        </p:spPr>
        <p:txBody>
          <a:bodyPr wrap="square" lIns="0" tIns="0" rIns="0" bIns="0" anchor="t">
            <a:spAutoFit/>
          </a:bodyPr>
          <a:lstStyle/>
          <a:p>
            <a:pPr algn="ctr"/>
            <a:r>
              <a:rPr sz="1600" b="1" i="0" u="none">
                <a:solidFill>
                  <a:srgbClr val="15803D"/>
                </a:solidFill>
                <a:latin typeface="Calibri"/>
                <a:ea typeface="Calibri"/>
                <a:cs typeface="Calibri"/>
              </a:rPr>
              <a:t>Supply Chain Re-engineering: </a:t>
            </a:r>
            <a:br>
              <a:rPr sz="1600" b="1" i="0" u="none">
                <a:solidFill>
                  <a:srgbClr val="15803D"/>
                </a:solidFill>
                <a:latin typeface="Calibri"/>
                <a:ea typeface="Calibri"/>
                <a:cs typeface="Calibri"/>
              </a:rPr>
            </a:br>
            <a:r>
              <a:rPr sz="1600" b="1" i="0" u="none">
                <a:solidFill>
                  <a:srgbClr val="15803D"/>
                </a:solidFill>
                <a:latin typeface="Calibri"/>
                <a:ea typeface="Calibri"/>
                <a:cs typeface="Calibri"/>
              </a:rPr>
              <a:t>[Urban Planning Studio] ➔ [Micro-Fulfillment Center (MFC)] ➔ [Direct Delivery] ➔ [Reverse Buy-Back]</a:t>
            </a:r>
          </a:p>
        </p:txBody>
      </p:sp>
      <p:sp>
        <p:nvSpPr>
          <p:cNvPr id="15" name="TextBox 14"/>
          <p:cNvSpPr txBox="1"/>
          <p:nvPr/>
        </p:nvSpPr>
        <p:spPr>
          <a:xfrm>
            <a:off x="254000" y="257175"/>
            <a:ext cx="5504071" cy="369332"/>
          </a:xfrm>
          <a:prstGeom prst="rect">
            <a:avLst/>
          </a:prstGeom>
          <a:noFill/>
        </p:spPr>
        <p:txBody>
          <a:bodyPr wrap="none" lIns="0" tIns="0" rIns="0" bIns="0" anchor="t">
            <a:spAutoFit/>
          </a:bodyPr>
          <a:lstStyle/>
          <a:p>
            <a:pPr algn="l">
              <a:buClrTx/>
              <a:buSzTx/>
              <a:buFontTx/>
            </a:pPr>
            <a:r>
              <a:rPr lang="en-US" sz="2400" b="1" spc="160">
                <a:solidFill>
                  <a:srgbClr val="165AA7"/>
                </a:solidFill>
                <a:latin typeface="Calibri"/>
                <a:ea typeface="Calibri"/>
                <a:cs typeface="Calibri"/>
              </a:rPr>
              <a:t>03</a:t>
            </a:r>
            <a:r>
              <a:rPr lang="en-US" sz="2400" b="1" i="0" u="none" kern="0" spc="160">
                <a:solidFill>
                  <a:srgbClr val="165AA7"/>
                </a:solidFill>
                <a:latin typeface="Calibri"/>
                <a:ea typeface="Calibri"/>
                <a:cs typeface="Calibri"/>
              </a:rPr>
              <a:t> / </a:t>
            </a:r>
            <a:r>
              <a:rPr lang="en-US" sz="2400" b="1" spc="160">
                <a:solidFill>
                  <a:srgbClr val="165AA7"/>
                </a:solidFill>
                <a:latin typeface="Calibri"/>
                <a:ea typeface="Calibri"/>
                <a:cs typeface="Calibri"/>
              </a:rPr>
              <a:t>SWOT-OPPORTUNITIES</a:t>
            </a:r>
            <a:r>
              <a:rPr lang="en-US" sz="2400" b="1" i="0" u="none" kern="0" spc="160">
                <a:solidFill>
                  <a:srgbClr val="165AA7"/>
                </a:solidFill>
                <a:latin typeface="Calibri"/>
                <a:ea typeface="Calibri"/>
                <a:cs typeface="Calibri"/>
              </a:rPr>
              <a:t> IN-DEPTH</a:t>
            </a:r>
          </a:p>
        </p:txBody>
      </p:sp>
      <p:sp>
        <p:nvSpPr>
          <p:cNvPr id="16" name="TextBox 15"/>
          <p:cNvSpPr txBox="1"/>
          <p:nvPr/>
        </p:nvSpPr>
        <p:spPr>
          <a:xfrm>
            <a:off x="497840" y="743585"/>
            <a:ext cx="9241312" cy="492443"/>
          </a:xfrm>
          <a:prstGeom prst="rect">
            <a:avLst/>
          </a:prstGeom>
          <a:noFill/>
        </p:spPr>
        <p:txBody>
          <a:bodyPr wrap="none" lIns="0" tIns="0" rIns="0" bIns="0" anchor="t">
            <a:spAutoFit/>
          </a:bodyPr>
          <a:lstStyle/>
          <a:p>
            <a:pPr algn="l">
              <a:lnSpc>
                <a:spcPct val="100000"/>
              </a:lnSpc>
              <a:buClrTx/>
              <a:buSzTx/>
              <a:buFontTx/>
            </a:pPr>
            <a:r>
              <a:rPr lang="en-US" sz="3200" b="1" i="0" u="none">
                <a:solidFill>
                  <a:srgbClr val="21313C"/>
                </a:solidFill>
                <a:latin typeface="Calibri"/>
                <a:ea typeface="Calibri"/>
                <a:cs typeface="Calibri"/>
              </a:rPr>
              <a:t>Micro-Fulfillment Networks &amp; Circular Economy Loops</a:t>
            </a:r>
          </a:p>
        </p:txBody>
      </p:sp>
      <p:sp>
        <p:nvSpPr>
          <p:cNvPr id="17" name="TextBox 16"/>
          <p:cNvSpPr txBox="1"/>
          <p:nvPr/>
        </p:nvSpPr>
        <p:spPr>
          <a:xfrm>
            <a:off x="497840" y="1235650"/>
            <a:ext cx="7936468" cy="246221"/>
          </a:xfrm>
          <a:prstGeom prst="rect">
            <a:avLst/>
          </a:prstGeom>
          <a:noFill/>
        </p:spPr>
        <p:txBody>
          <a:bodyPr wrap="none" lIns="0" tIns="0" rIns="0" bIns="0" anchor="t">
            <a:spAutoFit/>
          </a:bodyPr>
          <a:lstStyle/>
          <a:p>
            <a:pPr algn="l">
              <a:buClrTx/>
              <a:buSzTx/>
              <a:buFontTx/>
            </a:pPr>
            <a:r>
              <a:rPr lang="en-US" sz="1600" b="0" i="0" u="none">
                <a:solidFill>
                  <a:srgbClr val="64727B"/>
                </a:solidFill>
                <a:latin typeface="Calibri"/>
                <a:ea typeface="Calibri"/>
                <a:cs typeface="Calibri"/>
              </a:rPr>
              <a:t>Opening new growth curves by bringing inventory closer to consumers and expanding recycling</a:t>
            </a:r>
          </a:p>
        </p:txBody>
      </p:sp>
      <p:sp>
        <p:nvSpPr>
          <p:cNvPr id="18" name="TextBox 17"/>
          <p:cNvSpPr txBox="1"/>
          <p:nvPr>
            <p:custDataLst>
              <p:tags r:id="rId7"/>
            </p:custDataLst>
          </p:nvPr>
        </p:nvSpPr>
        <p:spPr>
          <a:xfrm>
            <a:off x="494665" y="1923217"/>
            <a:ext cx="3070860" cy="369332"/>
          </a:xfrm>
          <a:prstGeom prst="rect">
            <a:avLst/>
          </a:prstGeom>
          <a:noFill/>
        </p:spPr>
        <p:txBody>
          <a:bodyPr wrap="square" lIns="0" tIns="0" rIns="0" bIns="0" anchor="ctr">
            <a:spAutoFit/>
          </a:bodyPr>
          <a:lstStyle/>
          <a:p>
            <a:pPr algn="l"/>
            <a:r>
              <a:rPr sz="2400" b="1" i="0" u="none">
                <a:solidFill>
                  <a:srgbClr val="0F172A"/>
                </a:solidFill>
                <a:latin typeface="Calibri"/>
                <a:ea typeface="Calibri"/>
                <a:cs typeface="Calibri"/>
              </a:rPr>
              <a:t>Micro-Fulfillment (MFC)</a:t>
            </a:r>
          </a:p>
        </p:txBody>
      </p:sp>
      <p:sp>
        <p:nvSpPr>
          <p:cNvPr id="19" name="TextBox 18"/>
          <p:cNvSpPr txBox="1"/>
          <p:nvPr>
            <p:custDataLst>
              <p:tags r:id="rId8"/>
            </p:custDataLst>
          </p:nvPr>
        </p:nvSpPr>
        <p:spPr>
          <a:xfrm>
            <a:off x="493395" y="2484120"/>
            <a:ext cx="3063875" cy="872034"/>
          </a:xfrm>
          <a:prstGeom prst="rect">
            <a:avLst/>
          </a:prstGeom>
          <a:noFill/>
        </p:spPr>
        <p:txBody>
          <a:bodyPr wrap="square" lIns="0" tIns="0" rIns="0" bIns="0" anchor="t">
            <a:spAutoFit/>
          </a:bodyPr>
          <a:lstStyle/>
          <a:p>
            <a:pPr algn="l">
              <a:lnSpc>
                <a:spcPts val="1680"/>
              </a:lnSpc>
            </a:pPr>
            <a:r>
              <a:rPr sz="1600" b="0" i="0" u="none">
                <a:solidFill>
                  <a:srgbClr val="475569"/>
                </a:solidFill>
                <a:latin typeface="Calibri"/>
                <a:ea typeface="Calibri"/>
                <a:cs typeface="Calibri"/>
              </a:rPr>
              <a:t>Deploying </a:t>
            </a:r>
            <a:r>
              <a:rPr sz="1600" b="1" i="0" u="none">
                <a:solidFill>
                  <a:srgbClr val="475569"/>
                </a:solidFill>
                <a:latin typeface="Calibri"/>
                <a:ea typeface="Calibri"/>
                <a:cs typeface="Calibri"/>
              </a:rPr>
              <a:t>Planning Studios</a:t>
            </a:r>
            <a:r>
              <a:rPr sz="1600" b="0" i="0" u="none">
                <a:solidFill>
                  <a:srgbClr val="475569"/>
                </a:solidFill>
                <a:latin typeface="Calibri"/>
                <a:ea typeface="Calibri"/>
                <a:cs typeface="Calibri"/>
              </a:rPr>
              <a:t> in city centers paired with urban micro-warehouses to drastically shorten online delivery times.</a:t>
            </a:r>
          </a:p>
        </p:txBody>
      </p:sp>
      <p:sp>
        <p:nvSpPr>
          <p:cNvPr id="20" name="TextBox 19"/>
          <p:cNvSpPr txBox="1"/>
          <p:nvPr>
            <p:custDataLst>
              <p:tags r:id="rId9"/>
            </p:custDataLst>
          </p:nvPr>
        </p:nvSpPr>
        <p:spPr>
          <a:xfrm>
            <a:off x="4297045" y="1918335"/>
            <a:ext cx="1901190" cy="260985"/>
          </a:xfrm>
          <a:prstGeom prst="rect">
            <a:avLst/>
          </a:prstGeom>
          <a:noFill/>
        </p:spPr>
        <p:txBody>
          <a:bodyPr wrap="none" lIns="0" tIns="0" rIns="0" bIns="0" anchor="ctr">
            <a:noAutofit/>
          </a:bodyPr>
          <a:lstStyle/>
          <a:p>
            <a:pPr algn="l"/>
            <a:r>
              <a:rPr sz="2400" b="1" i="0" u="none">
                <a:solidFill>
                  <a:srgbClr val="0F172A"/>
                </a:solidFill>
                <a:latin typeface="Calibri"/>
                <a:ea typeface="Calibri"/>
                <a:cs typeface="Calibri"/>
              </a:rPr>
              <a:t>Circular Buy-Back Scheme</a:t>
            </a:r>
          </a:p>
        </p:txBody>
      </p:sp>
      <p:sp>
        <p:nvSpPr>
          <p:cNvPr id="21" name="TextBox 20"/>
          <p:cNvSpPr txBox="1"/>
          <p:nvPr>
            <p:custDataLst>
              <p:tags r:id="rId10"/>
            </p:custDataLst>
          </p:nvPr>
        </p:nvSpPr>
        <p:spPr>
          <a:xfrm>
            <a:off x="4302125" y="2488565"/>
            <a:ext cx="3262630" cy="896620"/>
          </a:xfrm>
          <a:prstGeom prst="rect">
            <a:avLst/>
          </a:prstGeom>
          <a:noFill/>
        </p:spPr>
        <p:txBody>
          <a:bodyPr wrap="square" lIns="0" tIns="0" rIns="0" bIns="0" anchor="t">
            <a:noAutofit/>
          </a:bodyPr>
          <a:lstStyle/>
          <a:p>
            <a:pPr algn="l">
              <a:lnSpc>
                <a:spcPts val="1680"/>
              </a:lnSpc>
            </a:pPr>
            <a:r>
              <a:rPr sz="1600" b="0" i="0" u="none">
                <a:solidFill>
                  <a:srgbClr val="475569"/>
                </a:solidFill>
                <a:latin typeface="Calibri"/>
                <a:ea typeface="Calibri"/>
                <a:cs typeface="Calibri"/>
              </a:rPr>
              <a:t>Expanding </a:t>
            </a:r>
            <a:r>
              <a:rPr sz="1600" b="1" i="0" u="none">
                <a:solidFill>
                  <a:srgbClr val="475569"/>
                </a:solidFill>
                <a:latin typeface="Calibri"/>
                <a:ea typeface="Calibri"/>
                <a:cs typeface="Calibri"/>
              </a:rPr>
              <a:t>"Buy Back &amp; Resell"</a:t>
            </a:r>
            <a:r>
              <a:rPr sz="1600" b="0" i="0" u="none">
                <a:solidFill>
                  <a:srgbClr val="475569"/>
                </a:solidFill>
                <a:latin typeface="Calibri"/>
                <a:ea typeface="Calibri"/>
                <a:cs typeface="Calibri"/>
              </a:rPr>
              <a:t> models to build reverse logistics channels, turning sustainability commitments into new profit centers.</a:t>
            </a:r>
          </a:p>
        </p:txBody>
      </p:sp>
      <p:sp>
        <p:nvSpPr>
          <p:cNvPr id="22" name="TextBox 21"/>
          <p:cNvSpPr txBox="1"/>
          <p:nvPr>
            <p:custDataLst>
              <p:tags r:id="rId11"/>
            </p:custDataLst>
          </p:nvPr>
        </p:nvSpPr>
        <p:spPr>
          <a:xfrm>
            <a:off x="8484235" y="1916430"/>
            <a:ext cx="3572510" cy="258445"/>
          </a:xfrm>
          <a:prstGeom prst="rect">
            <a:avLst/>
          </a:prstGeom>
          <a:noFill/>
        </p:spPr>
        <p:txBody>
          <a:bodyPr wrap="none" lIns="0" tIns="0" rIns="0" bIns="0" anchor="ctr">
            <a:noAutofit/>
          </a:bodyPr>
          <a:lstStyle/>
          <a:p>
            <a:pPr algn="l"/>
            <a:r>
              <a:rPr sz="2400" b="1" i="0" u="none">
                <a:solidFill>
                  <a:srgbClr val="0F172A"/>
                </a:solidFill>
                <a:latin typeface="Calibri"/>
                <a:ea typeface="Calibri"/>
                <a:cs typeface="Calibri"/>
              </a:rPr>
              <a:t>Real-Time Demand Sensing</a:t>
            </a:r>
            <a:endParaRPr lang="en-US" sz="2400" b="1" i="0" u="none">
              <a:solidFill>
                <a:srgbClr val="0F172A"/>
              </a:solidFill>
              <a:latin typeface="Calibri"/>
              <a:ea typeface="Calibri"/>
              <a:cs typeface="Calibri"/>
            </a:endParaRPr>
          </a:p>
        </p:txBody>
      </p:sp>
      <p:sp>
        <p:nvSpPr>
          <p:cNvPr id="23" name="TextBox 22"/>
          <p:cNvSpPr txBox="1"/>
          <p:nvPr>
            <p:custDataLst>
              <p:tags r:id="rId12"/>
            </p:custDataLst>
          </p:nvPr>
        </p:nvSpPr>
        <p:spPr>
          <a:xfrm>
            <a:off x="8481695" y="2501265"/>
            <a:ext cx="3130550" cy="876300"/>
          </a:xfrm>
          <a:prstGeom prst="rect">
            <a:avLst/>
          </a:prstGeom>
          <a:noFill/>
        </p:spPr>
        <p:txBody>
          <a:bodyPr wrap="square" lIns="0" tIns="0" rIns="0" bIns="0" anchor="t">
            <a:noAutofit/>
          </a:bodyPr>
          <a:lstStyle/>
          <a:p>
            <a:pPr algn="l">
              <a:lnSpc>
                <a:spcPts val="1680"/>
              </a:lnSpc>
            </a:pPr>
            <a:r>
              <a:rPr sz="1600" b="0" i="0" u="none">
                <a:solidFill>
                  <a:srgbClr val="475569"/>
                </a:solidFill>
                <a:latin typeface="Calibri"/>
                <a:ea typeface="Calibri"/>
                <a:cs typeface="Calibri"/>
              </a:rPr>
              <a:t>Integrating POS and online search data with AI algorithms to shift from push-based forecasting to </a:t>
            </a:r>
            <a:r>
              <a:rPr sz="1600" b="1" i="0" u="none">
                <a:solidFill>
                  <a:srgbClr val="475569"/>
                </a:solidFill>
                <a:latin typeface="Calibri"/>
                <a:ea typeface="Calibri"/>
                <a:cs typeface="Calibri"/>
              </a:rPr>
              <a:t>Sense-Driven Demand Planning</a:t>
            </a:r>
            <a:r>
              <a:rPr sz="1600" b="0" i="0" u="none">
                <a:solidFill>
                  <a:srgbClr val="475569"/>
                </a:solidFill>
                <a:latin typeface="Calibri"/>
                <a:ea typeface="Calibri"/>
                <a:cs typeface="Calibri"/>
              </a:rPr>
              <a:t>.</a:t>
            </a:r>
          </a:p>
        </p:txBody>
      </p:sp>
      <p:sp>
        <p:nvSpPr>
          <p:cNvPr id="24" name="Shape 1"/>
          <p:cNvSpPr/>
          <p:nvPr/>
        </p:nvSpPr>
        <p:spPr>
          <a:xfrm>
            <a:off x="492760" y="688848"/>
            <a:ext cx="11109960" cy="1"/>
          </a:xfrm>
          <a:prstGeom prst="line">
            <a:avLst/>
          </a:prstGeom>
          <a:noFill/>
          <a:ln w="12700">
            <a:solidFill>
              <a:srgbClr val="D8D0C2"/>
            </a:solidFill>
            <a:prstDash val="solid"/>
          </a:ln>
        </p:spPr>
      </p:sp>
      <p:pic>
        <p:nvPicPr>
          <p:cNvPr id="25" name="图片 24"/>
          <p:cNvPicPr/>
          <p:nvPr/>
        </p:nvPicPr>
        <p:blipFill>
          <a:blip r:embed="rId15">
            <a:clrChange>
              <a:clrFrom>
                <a:srgbClr val="FFFFFF">
                  <a:alpha val="100000"/>
                </a:srgbClr>
              </a:clrFrom>
              <a:clrTo>
                <a:srgbClr val="FFFFFF">
                  <a:alpha val="100000"/>
                  <a:alpha val="0"/>
                </a:srgbClr>
              </a:clrTo>
            </a:clrChange>
          </a:blip>
          <a:stretch>
            <a:fillRect/>
          </a:stretch>
        </p:blipFill>
        <p:spPr>
          <a:xfrm>
            <a:off x="80010" y="3183255"/>
            <a:ext cx="3371850" cy="3152775"/>
          </a:xfrm>
          <a:prstGeom prst="rect">
            <a:avLst/>
          </a:prstGeom>
        </p:spPr>
      </p:pic>
      <p:pic>
        <p:nvPicPr>
          <p:cNvPr id="27" name="图片 26"/>
          <p:cNvPicPr/>
          <p:nvPr/>
        </p:nvPicPr>
        <p:blipFill>
          <a:blip r:embed="rId16"/>
          <a:stretch>
            <a:fillRect/>
          </a:stretch>
        </p:blipFill>
        <p:spPr>
          <a:xfrm>
            <a:off x="3965575" y="3833495"/>
            <a:ext cx="3919220" cy="2007235"/>
          </a:xfrm>
          <a:prstGeom prst="rect">
            <a:avLst/>
          </a:prstGeom>
        </p:spPr>
      </p:pic>
      <p:pic>
        <p:nvPicPr>
          <p:cNvPr id="28" name="图片 27"/>
          <p:cNvPicPr/>
          <p:nvPr/>
        </p:nvPicPr>
        <p:blipFill>
          <a:blip r:embed="rId17">
            <a:clrChange>
              <a:clrFrom>
                <a:srgbClr val="FFFFFF">
                  <a:alpha val="100000"/>
                </a:srgbClr>
              </a:clrFrom>
              <a:clrTo>
                <a:srgbClr val="FFFFFF">
                  <a:alpha val="100000"/>
                  <a:alpha val="0"/>
                </a:srgbClr>
              </a:clrTo>
            </a:clrChange>
          </a:blip>
          <a:srcRect t="10706" b="35893"/>
          <a:stretch>
            <a:fillRect/>
          </a:stretch>
        </p:blipFill>
        <p:spPr>
          <a:xfrm>
            <a:off x="7781925" y="3345815"/>
            <a:ext cx="4386580" cy="27571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custDataLst>
              <p:tags r:id="rId1"/>
            </p:custDataLst>
          </p:nvPr>
        </p:nvSpPr>
        <p:spPr>
          <a:xfrm>
            <a:off x="193675" y="1419225"/>
            <a:ext cx="6127750" cy="2837180"/>
          </a:xfrm>
          <a:prstGeom prst="roundRect">
            <a:avLst>
              <a:gd name="adj" fmla="val 3021"/>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Calibri"/>
              <a:ea typeface="Calibri"/>
              <a:cs typeface="Calibri"/>
            </a:endParaRPr>
          </a:p>
        </p:txBody>
      </p:sp>
      <p:sp>
        <p:nvSpPr>
          <p:cNvPr id="4" name="Rounded Rectangle 3"/>
          <p:cNvSpPr/>
          <p:nvPr>
            <p:custDataLst>
              <p:tags r:id="rId2"/>
            </p:custDataLst>
          </p:nvPr>
        </p:nvSpPr>
        <p:spPr>
          <a:xfrm>
            <a:off x="6696075" y="1423243"/>
            <a:ext cx="5402580" cy="2734954"/>
          </a:xfrm>
          <a:prstGeom prst="roundRect">
            <a:avLst>
              <a:gd name="adj" fmla="val 3021"/>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5" name="Rounded Rectangle 4"/>
          <p:cNvSpPr/>
          <p:nvPr>
            <p:custDataLst>
              <p:tags r:id="rId3"/>
            </p:custDataLst>
          </p:nvPr>
        </p:nvSpPr>
        <p:spPr>
          <a:xfrm>
            <a:off x="460375" y="1536700"/>
            <a:ext cx="2225040" cy="24511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Calibri"/>
              <a:ea typeface="Calibri"/>
              <a:cs typeface="Calibri"/>
            </a:endParaRPr>
          </a:p>
        </p:txBody>
      </p:sp>
      <p:sp>
        <p:nvSpPr>
          <p:cNvPr id="6" name="Rectangle 5"/>
          <p:cNvSpPr/>
          <p:nvPr>
            <p:custDataLst>
              <p:tags r:id="rId4"/>
            </p:custDataLst>
          </p:nvPr>
        </p:nvSpPr>
        <p:spPr>
          <a:xfrm>
            <a:off x="193675" y="1419225"/>
            <a:ext cx="76200" cy="283718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cs typeface="+mn-lt"/>
            </a:endParaRPr>
          </a:p>
        </p:txBody>
      </p:sp>
      <p:sp>
        <p:nvSpPr>
          <p:cNvPr id="7" name="Rounded Rectangle 6"/>
          <p:cNvSpPr/>
          <p:nvPr>
            <p:custDataLst>
              <p:tags r:id="rId5"/>
            </p:custDataLst>
          </p:nvPr>
        </p:nvSpPr>
        <p:spPr>
          <a:xfrm>
            <a:off x="6911975" y="1602740"/>
            <a:ext cx="1662430" cy="187325"/>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8" name="Rectangle 7"/>
          <p:cNvSpPr/>
          <p:nvPr>
            <p:custDataLst>
              <p:tags r:id="rId6"/>
            </p:custDataLst>
          </p:nvPr>
        </p:nvSpPr>
        <p:spPr>
          <a:xfrm>
            <a:off x="6698615" y="1423035"/>
            <a:ext cx="76200" cy="273494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a:ea typeface="Calibri"/>
              <a:cs typeface="Calibri"/>
            </a:endParaRPr>
          </a:p>
        </p:txBody>
      </p:sp>
      <p:sp>
        <p:nvSpPr>
          <p:cNvPr id="10" name="TextBox 9"/>
          <p:cNvSpPr txBox="1"/>
          <p:nvPr/>
        </p:nvSpPr>
        <p:spPr>
          <a:xfrm>
            <a:off x="274320" y="136525"/>
            <a:ext cx="4451219" cy="369332"/>
          </a:xfrm>
          <a:prstGeom prst="rect">
            <a:avLst/>
          </a:prstGeom>
          <a:noFill/>
        </p:spPr>
        <p:txBody>
          <a:bodyPr wrap="none" lIns="0" tIns="0" rIns="0" bIns="0" anchor="t">
            <a:spAutoFit/>
          </a:bodyPr>
          <a:lstStyle/>
          <a:p>
            <a:pPr algn="l">
              <a:buClrTx/>
              <a:buSzTx/>
              <a:buFontTx/>
            </a:pPr>
            <a:r>
              <a:rPr lang="en-US" sz="2400" b="1" spc="160">
                <a:solidFill>
                  <a:srgbClr val="165AA7"/>
                </a:solidFill>
                <a:latin typeface="Calibri"/>
                <a:ea typeface="Calibri"/>
                <a:cs typeface="Calibri"/>
              </a:rPr>
              <a:t>03</a:t>
            </a:r>
            <a:r>
              <a:rPr lang="en-US" sz="2400" b="1" i="0" u="none" kern="0" spc="160">
                <a:solidFill>
                  <a:srgbClr val="165AA7"/>
                </a:solidFill>
                <a:latin typeface="Calibri"/>
                <a:ea typeface="Calibri"/>
                <a:cs typeface="Calibri"/>
              </a:rPr>
              <a:t> / </a:t>
            </a:r>
            <a:r>
              <a:rPr lang="en-US" sz="2400" b="1" spc="160">
                <a:solidFill>
                  <a:srgbClr val="165AA7"/>
                </a:solidFill>
                <a:latin typeface="Calibri"/>
                <a:ea typeface="Calibri"/>
                <a:cs typeface="Calibri"/>
              </a:rPr>
              <a:t>SWOT-THREATS</a:t>
            </a:r>
            <a:r>
              <a:rPr lang="en-US" sz="2400" b="1" i="0" u="none" kern="0" spc="160">
                <a:solidFill>
                  <a:srgbClr val="165AA7"/>
                </a:solidFill>
                <a:latin typeface="Calibri"/>
                <a:ea typeface="Calibri"/>
                <a:cs typeface="Calibri"/>
              </a:rPr>
              <a:t> IN-DEPTH</a:t>
            </a:r>
          </a:p>
        </p:txBody>
      </p:sp>
      <p:sp>
        <p:nvSpPr>
          <p:cNvPr id="11" name="TextBox 10"/>
          <p:cNvSpPr txBox="1"/>
          <p:nvPr/>
        </p:nvSpPr>
        <p:spPr>
          <a:xfrm>
            <a:off x="508000" y="621665"/>
            <a:ext cx="10296088" cy="492443"/>
          </a:xfrm>
          <a:prstGeom prst="rect">
            <a:avLst/>
          </a:prstGeom>
          <a:noFill/>
        </p:spPr>
        <p:txBody>
          <a:bodyPr wrap="none" lIns="0" tIns="0" rIns="0" bIns="0" anchor="t">
            <a:spAutoFit/>
          </a:bodyPr>
          <a:lstStyle/>
          <a:p>
            <a:pPr algn="l">
              <a:lnSpc>
                <a:spcPct val="100000"/>
              </a:lnSpc>
              <a:buClrTx/>
              <a:buSzTx/>
              <a:buFontTx/>
            </a:pPr>
            <a:r>
              <a:rPr lang="en-US" sz="3200" b="1" i="0" u="none">
                <a:solidFill>
                  <a:srgbClr val="21313C"/>
                </a:solidFill>
                <a:latin typeface="Calibri"/>
                <a:ea typeface="Calibri"/>
                <a:cs typeface="Calibri"/>
              </a:rPr>
              <a:t>Geopolitical Ocean Disruptions &amp; Inflationary Cost Pressures</a:t>
            </a:r>
          </a:p>
        </p:txBody>
      </p:sp>
      <p:sp>
        <p:nvSpPr>
          <p:cNvPr id="12" name="TextBox 11"/>
          <p:cNvSpPr txBox="1"/>
          <p:nvPr/>
        </p:nvSpPr>
        <p:spPr>
          <a:xfrm>
            <a:off x="609600" y="1073090"/>
            <a:ext cx="6790320" cy="246221"/>
          </a:xfrm>
          <a:prstGeom prst="rect">
            <a:avLst/>
          </a:prstGeom>
          <a:noFill/>
        </p:spPr>
        <p:txBody>
          <a:bodyPr wrap="none" lIns="0" tIns="0" rIns="0" bIns="0" anchor="t">
            <a:spAutoFit/>
          </a:bodyPr>
          <a:lstStyle/>
          <a:p>
            <a:pPr algn="l">
              <a:buClrTx/>
              <a:buSzTx/>
              <a:buFontTx/>
            </a:pPr>
            <a:r>
              <a:rPr lang="en-US" sz="1600" b="0" i="0" u="none">
                <a:solidFill>
                  <a:srgbClr val="64727B"/>
                </a:solidFill>
                <a:latin typeface="Calibri"/>
                <a:ea typeface="Calibri"/>
                <a:cs typeface="Calibri"/>
              </a:rPr>
              <a:t>Exposing the vulnerabilities of long-distance, cross-border maritime supply chains</a:t>
            </a:r>
          </a:p>
        </p:txBody>
      </p:sp>
      <p:sp>
        <p:nvSpPr>
          <p:cNvPr id="13" name="TextBox 12"/>
          <p:cNvSpPr txBox="1"/>
          <p:nvPr>
            <p:custDataLst>
              <p:tags r:id="rId7"/>
            </p:custDataLst>
          </p:nvPr>
        </p:nvSpPr>
        <p:spPr>
          <a:xfrm>
            <a:off x="567055" y="1541780"/>
            <a:ext cx="2625725" cy="288290"/>
          </a:xfrm>
          <a:prstGeom prst="rect">
            <a:avLst/>
          </a:prstGeom>
          <a:noFill/>
        </p:spPr>
        <p:txBody>
          <a:bodyPr wrap="square" lIns="0" tIns="0" rIns="0" bIns="0" anchor="t">
            <a:noAutofit/>
          </a:bodyPr>
          <a:lstStyle/>
          <a:p>
            <a:pPr algn="l"/>
            <a:r>
              <a:rPr sz="1400" b="1" i="0" u="none">
                <a:solidFill>
                  <a:srgbClr val="991B1B"/>
                </a:solidFill>
                <a:latin typeface="Calibri"/>
                <a:ea typeface="Calibri"/>
                <a:cs typeface="Calibri"/>
              </a:rPr>
              <a:t>CASE: Red Sea Crisis</a:t>
            </a:r>
          </a:p>
        </p:txBody>
      </p:sp>
      <p:sp>
        <p:nvSpPr>
          <p:cNvPr id="14" name="TextBox 13"/>
          <p:cNvSpPr txBox="1"/>
          <p:nvPr>
            <p:custDataLst>
              <p:tags r:id="rId8"/>
            </p:custDataLst>
          </p:nvPr>
        </p:nvSpPr>
        <p:spPr>
          <a:xfrm>
            <a:off x="499745" y="1846570"/>
            <a:ext cx="3595536" cy="307777"/>
          </a:xfrm>
          <a:prstGeom prst="rect">
            <a:avLst/>
          </a:prstGeom>
          <a:noFill/>
        </p:spPr>
        <p:txBody>
          <a:bodyPr wrap="none" lIns="0" tIns="0" rIns="0" bIns="0" anchor="ctr">
            <a:spAutoFit/>
          </a:bodyPr>
          <a:lstStyle/>
          <a:p>
            <a:pPr algn="l"/>
            <a:r>
              <a:rPr sz="2000" b="1" i="0" u="none">
                <a:solidFill>
                  <a:srgbClr val="991B1B"/>
                </a:solidFill>
                <a:latin typeface="Calibri"/>
                <a:ea typeface="Calibri"/>
                <a:cs typeface="Calibri"/>
              </a:rPr>
              <a:t>Maritime Rerouting &amp; Delay Risks</a:t>
            </a:r>
          </a:p>
        </p:txBody>
      </p:sp>
      <p:sp>
        <p:nvSpPr>
          <p:cNvPr id="15" name="TextBox 14"/>
          <p:cNvSpPr txBox="1"/>
          <p:nvPr>
            <p:custDataLst>
              <p:tags r:id="rId9"/>
            </p:custDataLst>
          </p:nvPr>
        </p:nvSpPr>
        <p:spPr>
          <a:xfrm>
            <a:off x="460375" y="2168525"/>
            <a:ext cx="5635625" cy="1982396"/>
          </a:xfrm>
          <a:prstGeom prst="rect">
            <a:avLst/>
          </a:prstGeom>
          <a:noFill/>
        </p:spPr>
        <p:txBody>
          <a:bodyPr wrap="square" lIns="0" tIns="0" rIns="0" bIns="0" anchor="t">
            <a:spAutoFit/>
          </a:bodyPr>
          <a:lstStyle/>
          <a:p>
            <a:pPr algn="l">
              <a:lnSpc>
                <a:spcPts val="1680"/>
              </a:lnSpc>
            </a:pPr>
            <a:r>
              <a:rPr sz="1600" b="0" i="0" u="none">
                <a:solidFill>
                  <a:srgbClr val="475569"/>
                </a:solidFill>
                <a:latin typeface="Calibri"/>
                <a:ea typeface="Calibri"/>
                <a:cs typeface="Calibri"/>
              </a:rPr>
              <a:t>Geopolitical crises forced container ships to bypass the Suez Canal via the Cape of Good Hope:</a:t>
            </a:r>
            <a:r>
              <a:rPr sz="3600">
                <a:latin typeface="Calibri"/>
                <a:ea typeface="Calibri"/>
                <a:cs typeface="Calibri"/>
              </a:rPr>
              <a:t>
</a:t>
            </a:r>
            <a:br>
              <a:rPr sz="3600">
                <a:latin typeface="Calibri"/>
                <a:ea typeface="Calibri"/>
                <a:cs typeface="Calibri"/>
              </a:rPr>
            </a:b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Transit Extensions:</a:t>
            </a:r>
            <a:r>
              <a:rPr sz="1600" b="0" i="0" u="none">
                <a:solidFill>
                  <a:srgbClr val="475569"/>
                </a:solidFill>
                <a:latin typeface="Calibri"/>
                <a:ea typeface="Calibri"/>
                <a:cs typeface="Calibri"/>
              </a:rPr>
              <a:t> Asia-Europe shipping lanes extended by </a:t>
            </a:r>
            <a:r>
              <a:rPr sz="1600" b="1" i="0" u="none">
                <a:solidFill>
                  <a:srgbClr val="475569"/>
                </a:solidFill>
                <a:latin typeface="Calibri"/>
                <a:ea typeface="Calibri"/>
                <a:cs typeface="Calibri"/>
              </a:rPr>
              <a:t>10–14 days</a:t>
            </a:r>
            <a:r>
              <a:rPr sz="1600" b="0" i="0" u="none">
                <a:solidFill>
                  <a:srgbClr val="475569"/>
                </a:solidFill>
                <a:latin typeface="Calibri"/>
                <a:ea typeface="Calibri"/>
                <a:cs typeface="Calibri"/>
              </a:rPr>
              <a:t>.</a:t>
            </a:r>
            <a:r>
              <a:rPr sz="3600">
                <a:latin typeface="Calibri"/>
                <a:ea typeface="Calibri"/>
                <a:cs typeface="Calibri"/>
              </a:rPr>
              <a:t>
</a:t>
            </a: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Freight Spikes:</a:t>
            </a:r>
            <a:r>
              <a:rPr sz="1600" b="0" i="0" u="none">
                <a:solidFill>
                  <a:srgbClr val="475569"/>
                </a:solidFill>
                <a:latin typeface="Calibri"/>
                <a:ea typeface="Calibri"/>
                <a:cs typeface="Calibri"/>
              </a:rPr>
              <a:t> Container rates surged, triggering persistent stockouts across European hubs.</a:t>
            </a:r>
            <a:r>
              <a:rPr sz="3600">
                <a:latin typeface="Calibri"/>
                <a:ea typeface="Calibri"/>
                <a:cs typeface="Calibri"/>
              </a:rPr>
              <a:t>
</a:t>
            </a:r>
            <a:r>
              <a:rPr sz="1600" b="0" i="0" u="none">
                <a:solidFill>
                  <a:srgbClr val="475569"/>
                </a:solidFill>
                <a:latin typeface="Calibri"/>
                <a:ea typeface="Calibri"/>
                <a:cs typeface="Calibri"/>
              </a:rPr>
              <a:t> • </a:t>
            </a:r>
            <a:r>
              <a:rPr sz="1600" b="1" i="0" u="none">
                <a:solidFill>
                  <a:srgbClr val="475569"/>
                </a:solidFill>
                <a:latin typeface="Calibri"/>
                <a:ea typeface="Calibri"/>
                <a:cs typeface="Calibri"/>
              </a:rPr>
              <a:t>Lesson:</a:t>
            </a:r>
            <a:r>
              <a:rPr sz="1600" b="0" i="0" u="none">
                <a:solidFill>
                  <a:srgbClr val="475569"/>
                </a:solidFill>
                <a:latin typeface="Calibri"/>
                <a:ea typeface="Calibri"/>
                <a:cs typeface="Calibri"/>
              </a:rPr>
              <a:t> Ultra-long ocean supply chains face high vulnerability during Black Swan events.</a:t>
            </a:r>
            <a:endParaRPr lang="en-US" sz="1600" b="0" i="0" u="none">
              <a:solidFill>
                <a:srgbClr val="475569"/>
              </a:solidFill>
              <a:latin typeface="Calibri"/>
              <a:ea typeface="Calibri"/>
              <a:cs typeface="Calibri"/>
            </a:endParaRPr>
          </a:p>
        </p:txBody>
      </p:sp>
      <p:sp>
        <p:nvSpPr>
          <p:cNvPr id="16" name="TextBox 15"/>
          <p:cNvSpPr txBox="1"/>
          <p:nvPr>
            <p:custDataLst>
              <p:tags r:id="rId10"/>
            </p:custDataLst>
          </p:nvPr>
        </p:nvSpPr>
        <p:spPr>
          <a:xfrm>
            <a:off x="6992620" y="1605915"/>
            <a:ext cx="1985010" cy="245110"/>
          </a:xfrm>
          <a:prstGeom prst="rect">
            <a:avLst/>
          </a:prstGeom>
          <a:noFill/>
        </p:spPr>
        <p:txBody>
          <a:bodyPr wrap="square" lIns="0" tIns="0" rIns="0" bIns="0" anchor="t">
            <a:noAutofit/>
          </a:bodyPr>
          <a:lstStyle/>
          <a:p>
            <a:pPr algn="l"/>
            <a:r>
              <a:rPr sz="1400" b="1" i="0" u="none">
                <a:solidFill>
                  <a:srgbClr val="991B1B"/>
                </a:solidFill>
                <a:latin typeface="Calibri"/>
                <a:ea typeface="Calibri"/>
                <a:cs typeface="Calibri"/>
              </a:rPr>
              <a:t>COST SQUEEZE</a:t>
            </a:r>
          </a:p>
        </p:txBody>
      </p:sp>
      <p:sp>
        <p:nvSpPr>
          <p:cNvPr id="17" name="TextBox 16"/>
          <p:cNvSpPr txBox="1"/>
          <p:nvPr>
            <p:custDataLst>
              <p:tags r:id="rId11"/>
            </p:custDataLst>
          </p:nvPr>
        </p:nvSpPr>
        <p:spPr>
          <a:xfrm>
            <a:off x="6993255" y="1999605"/>
            <a:ext cx="4425892" cy="307777"/>
          </a:xfrm>
          <a:prstGeom prst="rect">
            <a:avLst/>
          </a:prstGeom>
          <a:noFill/>
        </p:spPr>
        <p:txBody>
          <a:bodyPr wrap="none" lIns="0" tIns="0" rIns="0" bIns="0" anchor="ctr">
            <a:spAutoFit/>
          </a:bodyPr>
          <a:lstStyle/>
          <a:p>
            <a:pPr algn="l"/>
            <a:r>
              <a:rPr sz="2000" b="1" i="0" u="none">
                <a:solidFill>
                  <a:srgbClr val="991B1B"/>
                </a:solidFill>
                <a:latin typeface="Calibri"/>
                <a:ea typeface="Calibri"/>
                <a:cs typeface="Calibri"/>
              </a:rPr>
              <a:t>Commodity Inflation &amp; Local Competition</a:t>
            </a:r>
          </a:p>
        </p:txBody>
      </p:sp>
      <p:sp>
        <p:nvSpPr>
          <p:cNvPr id="18" name="TextBox 17"/>
          <p:cNvSpPr txBox="1"/>
          <p:nvPr>
            <p:custDataLst>
              <p:tags r:id="rId12"/>
            </p:custDataLst>
          </p:nvPr>
        </p:nvSpPr>
        <p:spPr>
          <a:xfrm>
            <a:off x="6901815" y="2549733"/>
            <a:ext cx="4972050" cy="1314462"/>
          </a:xfrm>
          <a:prstGeom prst="rect">
            <a:avLst/>
          </a:prstGeom>
          <a:noFill/>
        </p:spPr>
        <p:txBody>
          <a:bodyPr wrap="square" lIns="0" tIns="0" rIns="0" bIns="0" anchor="t">
            <a:spAutoFit/>
          </a:bodyPr>
          <a:lstStyle/>
          <a:p>
            <a:pPr algn="l">
              <a:lnSpc>
                <a:spcPts val="1680"/>
              </a:lnSpc>
            </a:pPr>
            <a:r>
              <a:rPr sz="1800" b="0" i="0" u="none">
                <a:solidFill>
                  <a:srgbClr val="475569"/>
                </a:solidFill>
                <a:latin typeface="Calibri"/>
                <a:ea typeface="Calibri"/>
                <a:cs typeface="Calibri"/>
              </a:rPr>
              <a:t>• </a:t>
            </a:r>
            <a:r>
              <a:rPr sz="1800" b="1" i="0" u="none">
                <a:solidFill>
                  <a:srgbClr val="475569"/>
                </a:solidFill>
                <a:latin typeface="Calibri"/>
                <a:ea typeface="Calibri"/>
                <a:cs typeface="Calibri"/>
              </a:rPr>
              <a:t>Commodity Inflation:</a:t>
            </a:r>
            <a:r>
              <a:rPr sz="1800" b="0" i="0" u="none">
                <a:solidFill>
                  <a:srgbClr val="475569"/>
                </a:solidFill>
                <a:latin typeface="Calibri"/>
                <a:ea typeface="Calibri"/>
                <a:cs typeface="Calibri"/>
              </a:rPr>
              <a:t> Sharp price spikes in timber, metals, and fuel compress IKEA’s low-price margins.</a:t>
            </a:r>
            <a:br>
              <a:rPr sz="1800" b="0" i="0" u="none">
                <a:latin typeface="Calibri"/>
                <a:ea typeface="Calibri"/>
                <a:cs typeface="Calibri"/>
              </a:rPr>
            </a:br>
            <a:r>
              <a:rPr sz="4000">
                <a:latin typeface="Calibri"/>
                <a:ea typeface="Calibri"/>
                <a:cs typeface="Calibri"/>
              </a:rPr>
              <a:t>
</a:t>
            </a:r>
            <a:r>
              <a:rPr sz="1800" b="0" i="0" u="none">
                <a:solidFill>
                  <a:srgbClr val="475569"/>
                </a:solidFill>
                <a:latin typeface="Calibri"/>
                <a:ea typeface="Calibri"/>
                <a:cs typeface="Calibri"/>
              </a:rPr>
              <a:t> • </a:t>
            </a:r>
            <a:r>
              <a:rPr sz="1800" b="1" i="0" u="none">
                <a:solidFill>
                  <a:srgbClr val="475569"/>
                </a:solidFill>
                <a:latin typeface="Calibri"/>
                <a:ea typeface="Calibri"/>
                <a:cs typeface="Calibri"/>
              </a:rPr>
              <a:t>Near-Store Rivals:</a:t>
            </a:r>
            <a:r>
              <a:rPr sz="1800" b="0" i="0" u="none">
                <a:solidFill>
                  <a:srgbClr val="475569"/>
                </a:solidFill>
                <a:latin typeface="Calibri"/>
                <a:ea typeface="Calibri"/>
                <a:cs typeface="Calibri"/>
              </a:rPr>
              <a:t> Agile local retailers leverage proximity and rapid delivery to capture market share.</a:t>
            </a:r>
            <a:endParaRPr lang="en-US" sz="1800" b="0" i="0" u="none">
              <a:solidFill>
                <a:srgbClr val="475569"/>
              </a:solidFill>
              <a:latin typeface="Calibri"/>
              <a:ea typeface="Calibri"/>
              <a:cs typeface="Calibri"/>
            </a:endParaRPr>
          </a:p>
        </p:txBody>
      </p:sp>
      <p:sp>
        <p:nvSpPr>
          <p:cNvPr id="24" name="Shape 1"/>
          <p:cNvSpPr/>
          <p:nvPr/>
        </p:nvSpPr>
        <p:spPr>
          <a:xfrm>
            <a:off x="502920" y="566928"/>
            <a:ext cx="11109960" cy="1"/>
          </a:xfrm>
          <a:prstGeom prst="line">
            <a:avLst/>
          </a:prstGeom>
          <a:noFill/>
          <a:ln w="12700">
            <a:solidFill>
              <a:srgbClr val="D8D0C2"/>
            </a:solidFill>
            <a:prstDash val="solid"/>
          </a:ln>
        </p:spPr>
      </p:sp>
      <p:pic>
        <p:nvPicPr>
          <p:cNvPr id="21" name="图片 20"/>
          <p:cNvPicPr/>
          <p:nvPr/>
        </p:nvPicPr>
        <p:blipFill>
          <a:blip r:embed="rId15"/>
          <a:stretch>
            <a:fillRect/>
          </a:stretch>
        </p:blipFill>
        <p:spPr>
          <a:xfrm>
            <a:off x="6794500" y="4269105"/>
            <a:ext cx="5208905" cy="2491740"/>
          </a:xfrm>
          <a:prstGeom prst="rect">
            <a:avLst/>
          </a:prstGeom>
        </p:spPr>
      </p:pic>
      <p:pic>
        <p:nvPicPr>
          <p:cNvPr id="9" name="Picture 8">
            <a:extLst>
              <a:ext uri="{FF2B5EF4-FFF2-40B4-BE49-F238E27FC236}">
                <a16:creationId xmlns:a16="http://schemas.microsoft.com/office/drawing/2014/main" id="{2033DD61-5842-9C03-F4C2-E9221D7D698A}"/>
              </a:ext>
            </a:extLst>
          </p:cNvPr>
          <p:cNvPicPr>
            <a:picLocks noChangeAspect="1"/>
          </p:cNvPicPr>
          <p:nvPr/>
        </p:nvPicPr>
        <p:blipFill>
          <a:blip r:embed="rId16"/>
          <a:stretch>
            <a:fillRect/>
          </a:stretch>
        </p:blipFill>
        <p:spPr>
          <a:xfrm>
            <a:off x="857251" y="4294415"/>
            <a:ext cx="4810125" cy="255541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custDataLst>
              <p:tags r:id="rId1"/>
            </p:custDataLst>
          </p:nvPr>
        </p:nvSpPr>
        <p:spPr>
          <a:xfrm>
            <a:off x="422275" y="1414293"/>
            <a:ext cx="5391150" cy="1169491"/>
          </a:xfrm>
          <a:prstGeom prst="roundRect">
            <a:avLst>
              <a:gd name="adj" fmla="val 651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4" name="Rounded Rectangle 3"/>
          <p:cNvSpPr/>
          <p:nvPr>
            <p:custDataLst>
              <p:tags r:id="rId2"/>
            </p:custDataLst>
          </p:nvPr>
        </p:nvSpPr>
        <p:spPr>
          <a:xfrm>
            <a:off x="422275" y="2806213"/>
            <a:ext cx="5391150" cy="1169491"/>
          </a:xfrm>
          <a:prstGeom prst="roundRect">
            <a:avLst>
              <a:gd name="adj" fmla="val 651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5" name="Rounded Rectangle 4"/>
          <p:cNvSpPr/>
          <p:nvPr>
            <p:custDataLst>
              <p:tags r:id="rId3"/>
            </p:custDataLst>
          </p:nvPr>
        </p:nvSpPr>
        <p:spPr>
          <a:xfrm>
            <a:off x="422275" y="4197955"/>
            <a:ext cx="5391150" cy="1169491"/>
          </a:xfrm>
          <a:prstGeom prst="roundRect">
            <a:avLst>
              <a:gd name="adj" fmla="val 651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6" name="Rounded Rectangle 5"/>
          <p:cNvSpPr/>
          <p:nvPr>
            <p:custDataLst>
              <p:tags r:id="rId4"/>
            </p:custDataLst>
          </p:nvPr>
        </p:nvSpPr>
        <p:spPr>
          <a:xfrm>
            <a:off x="288925" y="5577205"/>
            <a:ext cx="5524500" cy="1169670"/>
          </a:xfrm>
          <a:prstGeom prst="roundRect">
            <a:avLst>
              <a:gd name="adj" fmla="val 651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7" name="Rectangle 6"/>
          <p:cNvSpPr/>
          <p:nvPr>
            <p:custDataLst>
              <p:tags r:id="rId5"/>
            </p:custDataLst>
          </p:nvPr>
        </p:nvSpPr>
        <p:spPr>
          <a:xfrm>
            <a:off x="422275" y="1414293"/>
            <a:ext cx="38100" cy="1169491"/>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8" name="Rectangle 7"/>
          <p:cNvSpPr/>
          <p:nvPr>
            <p:custDataLst>
              <p:tags r:id="rId6"/>
            </p:custDataLst>
          </p:nvPr>
        </p:nvSpPr>
        <p:spPr>
          <a:xfrm>
            <a:off x="422275" y="2806213"/>
            <a:ext cx="38100" cy="1169491"/>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9" name="Rectangle 8"/>
          <p:cNvSpPr/>
          <p:nvPr>
            <p:custDataLst>
              <p:tags r:id="rId7"/>
            </p:custDataLst>
          </p:nvPr>
        </p:nvSpPr>
        <p:spPr>
          <a:xfrm>
            <a:off x="422275" y="4197955"/>
            <a:ext cx="38100" cy="1169491"/>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10" name="Rectangle 9"/>
          <p:cNvSpPr/>
          <p:nvPr>
            <p:custDataLst>
              <p:tags r:id="rId8"/>
            </p:custDataLst>
          </p:nvPr>
        </p:nvSpPr>
        <p:spPr>
          <a:xfrm>
            <a:off x="393700" y="5577175"/>
            <a:ext cx="38100" cy="1169491"/>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Calibri"/>
              <a:ea typeface="Calibri"/>
              <a:cs typeface="Calibri"/>
            </a:endParaRPr>
          </a:p>
        </p:txBody>
      </p:sp>
      <p:sp>
        <p:nvSpPr>
          <p:cNvPr id="12" name="TextBox 11"/>
          <p:cNvSpPr txBox="1"/>
          <p:nvPr/>
        </p:nvSpPr>
        <p:spPr>
          <a:xfrm>
            <a:off x="396240" y="152400"/>
            <a:ext cx="6407203" cy="369332"/>
          </a:xfrm>
          <a:prstGeom prst="rect">
            <a:avLst/>
          </a:prstGeom>
          <a:noFill/>
        </p:spPr>
        <p:txBody>
          <a:bodyPr wrap="none" lIns="0" tIns="0" rIns="0" bIns="0" anchor="t">
            <a:spAutoFit/>
          </a:bodyPr>
          <a:lstStyle/>
          <a:p>
            <a:pPr algn="l">
              <a:buClrTx/>
              <a:buSzTx/>
              <a:buFontTx/>
            </a:pPr>
            <a:r>
              <a:rPr lang="en-US" sz="2400" b="1" spc="160">
                <a:solidFill>
                  <a:srgbClr val="165AA7"/>
                </a:solidFill>
                <a:latin typeface="Calibri"/>
                <a:ea typeface="Calibri"/>
                <a:cs typeface="Calibri"/>
              </a:rPr>
              <a:t>03</a:t>
            </a:r>
            <a:r>
              <a:rPr lang="en-US" sz="2400" b="1" i="0" u="none" kern="0" spc="160">
                <a:solidFill>
                  <a:srgbClr val="165AA7"/>
                </a:solidFill>
                <a:latin typeface="Calibri"/>
                <a:ea typeface="Calibri"/>
                <a:cs typeface="Calibri"/>
              </a:rPr>
              <a:t> / </a:t>
            </a:r>
            <a:r>
              <a:rPr lang="en-US" sz="2400" b="1" spc="160">
                <a:solidFill>
                  <a:srgbClr val="165AA7"/>
                </a:solidFill>
                <a:latin typeface="Calibri"/>
                <a:ea typeface="Calibri"/>
                <a:cs typeface="Calibri"/>
              </a:rPr>
              <a:t>SWOT-STRATEGIC</a:t>
            </a:r>
            <a:r>
              <a:rPr lang="en-US" sz="2400" b="1" i="0" u="none" kern="0" spc="160">
                <a:solidFill>
                  <a:srgbClr val="165AA7"/>
                </a:solidFill>
                <a:latin typeface="Calibri"/>
                <a:ea typeface="Calibri"/>
                <a:cs typeface="Calibri"/>
              </a:rPr>
              <a:t> RECOMMENDATIONS</a:t>
            </a:r>
          </a:p>
        </p:txBody>
      </p:sp>
      <p:sp>
        <p:nvSpPr>
          <p:cNvPr id="13" name="TextBox 12"/>
          <p:cNvSpPr txBox="1"/>
          <p:nvPr/>
        </p:nvSpPr>
        <p:spPr>
          <a:xfrm>
            <a:off x="609600" y="581025"/>
            <a:ext cx="10060446" cy="492443"/>
          </a:xfrm>
          <a:prstGeom prst="rect">
            <a:avLst/>
          </a:prstGeom>
          <a:noFill/>
        </p:spPr>
        <p:txBody>
          <a:bodyPr wrap="none" lIns="0" tIns="0" rIns="0" bIns="0" anchor="t">
            <a:spAutoFit/>
          </a:bodyPr>
          <a:lstStyle/>
          <a:p>
            <a:pPr algn="l">
              <a:lnSpc>
                <a:spcPct val="100000"/>
              </a:lnSpc>
              <a:buClrTx/>
              <a:buSzTx/>
              <a:buFontTx/>
            </a:pPr>
            <a:r>
              <a:rPr lang="en-US" sz="3200" b="1" i="0" u="none">
                <a:solidFill>
                  <a:srgbClr val="21313C"/>
                </a:solidFill>
                <a:latin typeface="Calibri"/>
                <a:ea typeface="Calibri"/>
                <a:cs typeface="Calibri"/>
              </a:rPr>
              <a:t>Strategic Execution Roadmap: From Efficiency to Resilience</a:t>
            </a:r>
          </a:p>
        </p:txBody>
      </p:sp>
      <p:sp>
        <p:nvSpPr>
          <p:cNvPr id="14" name="TextBox 13"/>
          <p:cNvSpPr txBox="1"/>
          <p:nvPr/>
        </p:nvSpPr>
        <p:spPr>
          <a:xfrm>
            <a:off x="609600" y="1025465"/>
            <a:ext cx="4821833" cy="246221"/>
          </a:xfrm>
          <a:prstGeom prst="rect">
            <a:avLst/>
          </a:prstGeom>
          <a:noFill/>
        </p:spPr>
        <p:txBody>
          <a:bodyPr wrap="none" lIns="0" tIns="0" rIns="0" bIns="0" anchor="t">
            <a:spAutoFit/>
          </a:bodyPr>
          <a:lstStyle/>
          <a:p>
            <a:pPr algn="l">
              <a:buClrTx/>
              <a:buSzTx/>
              <a:buFontTx/>
            </a:pPr>
            <a:r>
              <a:rPr lang="en-US" sz="1600" b="0" i="0" u="none">
                <a:solidFill>
                  <a:srgbClr val="64727B"/>
                </a:solidFill>
                <a:latin typeface="Calibri"/>
                <a:ea typeface="Calibri"/>
                <a:cs typeface="Calibri"/>
              </a:rPr>
              <a:t>Four core strategic pillars derived from the SWOT analysis</a:t>
            </a:r>
          </a:p>
        </p:txBody>
      </p:sp>
      <p:sp>
        <p:nvSpPr>
          <p:cNvPr id="15" name="TextBox 14"/>
          <p:cNvSpPr txBox="1"/>
          <p:nvPr>
            <p:custDataLst>
              <p:tags r:id="rId9"/>
            </p:custDataLst>
          </p:nvPr>
        </p:nvSpPr>
        <p:spPr>
          <a:xfrm>
            <a:off x="688975" y="1584255"/>
            <a:ext cx="4086055" cy="307777"/>
          </a:xfrm>
          <a:prstGeom prst="rect">
            <a:avLst/>
          </a:prstGeom>
          <a:noFill/>
        </p:spPr>
        <p:txBody>
          <a:bodyPr wrap="none" lIns="0" tIns="0" rIns="0" bIns="0" anchor="ctr">
            <a:spAutoFit/>
          </a:bodyPr>
          <a:lstStyle/>
          <a:p>
            <a:pPr algn="l"/>
            <a:r>
              <a:rPr sz="2000" b="1" i="0" u="none">
                <a:solidFill>
                  <a:srgbClr val="0F172A"/>
                </a:solidFill>
                <a:latin typeface="Calibri"/>
                <a:ea typeface="Calibri"/>
                <a:cs typeface="Calibri"/>
              </a:rPr>
              <a:t>01 / Urban Micro-Fulfillment (SO/WO)</a:t>
            </a:r>
          </a:p>
        </p:txBody>
      </p:sp>
      <p:sp>
        <p:nvSpPr>
          <p:cNvPr id="16" name="TextBox 15"/>
          <p:cNvSpPr txBox="1"/>
          <p:nvPr>
            <p:custDataLst>
              <p:tags r:id="rId10"/>
            </p:custDataLst>
          </p:nvPr>
        </p:nvSpPr>
        <p:spPr>
          <a:xfrm>
            <a:off x="688975" y="1928643"/>
            <a:ext cx="4991100" cy="428900"/>
          </a:xfrm>
          <a:prstGeom prst="rect">
            <a:avLst/>
          </a:prstGeom>
          <a:noFill/>
        </p:spPr>
        <p:txBody>
          <a:bodyPr wrap="square" lIns="0" tIns="0" rIns="0" bIns="0" anchor="t">
            <a:spAutoFit/>
          </a:bodyPr>
          <a:lstStyle/>
          <a:p>
            <a:pPr algn="l">
              <a:lnSpc>
                <a:spcPts val="1680"/>
              </a:lnSpc>
            </a:pPr>
            <a:r>
              <a:rPr b="0" i="0" u="none">
                <a:solidFill>
                  <a:srgbClr val="475569"/>
                </a:solidFill>
                <a:latin typeface="Calibri"/>
                <a:ea typeface="Calibri"/>
                <a:cs typeface="Calibri"/>
              </a:rPr>
              <a:t>Establish city-center MFCs and automated item-picking capabilities to reduce reliance on suburban store self-fulfillment.</a:t>
            </a:r>
          </a:p>
        </p:txBody>
      </p:sp>
      <p:sp>
        <p:nvSpPr>
          <p:cNvPr id="17" name="TextBox 16"/>
          <p:cNvSpPr txBox="1"/>
          <p:nvPr>
            <p:custDataLst>
              <p:tags r:id="rId11"/>
            </p:custDataLst>
          </p:nvPr>
        </p:nvSpPr>
        <p:spPr>
          <a:xfrm>
            <a:off x="688975" y="2976175"/>
            <a:ext cx="3165931" cy="307777"/>
          </a:xfrm>
          <a:prstGeom prst="rect">
            <a:avLst/>
          </a:prstGeom>
          <a:noFill/>
        </p:spPr>
        <p:txBody>
          <a:bodyPr wrap="none" lIns="0" tIns="0" rIns="0" bIns="0" anchor="ctr">
            <a:spAutoFit/>
          </a:bodyPr>
          <a:lstStyle/>
          <a:p>
            <a:pPr algn="l"/>
            <a:r>
              <a:rPr sz="2000" b="1" i="0" u="none">
                <a:solidFill>
                  <a:srgbClr val="0F172A"/>
                </a:solidFill>
                <a:latin typeface="Calibri"/>
                <a:ea typeface="Calibri"/>
                <a:cs typeface="Calibri"/>
              </a:rPr>
              <a:t>02 / AI Demand Sensing (WO)</a:t>
            </a:r>
          </a:p>
        </p:txBody>
      </p:sp>
      <p:sp>
        <p:nvSpPr>
          <p:cNvPr id="18" name="TextBox 17"/>
          <p:cNvSpPr txBox="1"/>
          <p:nvPr>
            <p:custDataLst>
              <p:tags r:id="rId12"/>
            </p:custDataLst>
          </p:nvPr>
        </p:nvSpPr>
        <p:spPr>
          <a:xfrm>
            <a:off x="688975" y="3320563"/>
            <a:ext cx="4991100" cy="428900"/>
          </a:xfrm>
          <a:prstGeom prst="rect">
            <a:avLst/>
          </a:prstGeom>
          <a:noFill/>
        </p:spPr>
        <p:txBody>
          <a:bodyPr wrap="square" lIns="0" tIns="0" rIns="0" bIns="0" anchor="t">
            <a:spAutoFit/>
          </a:bodyPr>
          <a:lstStyle/>
          <a:p>
            <a:pPr algn="l">
              <a:lnSpc>
                <a:spcPts val="1680"/>
              </a:lnSpc>
            </a:pPr>
            <a:r>
              <a:rPr b="0" i="0" u="none">
                <a:solidFill>
                  <a:srgbClr val="475569"/>
                </a:solidFill>
                <a:latin typeface="Calibri"/>
                <a:ea typeface="Calibri"/>
                <a:cs typeface="Calibri"/>
              </a:rPr>
              <a:t>Unify omni-channel POS data and substitute rigid forecasts with AI real-time demand sensing to optimize regional safety stock.</a:t>
            </a:r>
          </a:p>
        </p:txBody>
      </p:sp>
      <p:sp>
        <p:nvSpPr>
          <p:cNvPr id="19" name="TextBox 18"/>
          <p:cNvSpPr txBox="1"/>
          <p:nvPr>
            <p:custDataLst>
              <p:tags r:id="rId13"/>
            </p:custDataLst>
          </p:nvPr>
        </p:nvSpPr>
        <p:spPr>
          <a:xfrm>
            <a:off x="688975" y="4367917"/>
            <a:ext cx="4493218" cy="307777"/>
          </a:xfrm>
          <a:prstGeom prst="rect">
            <a:avLst/>
          </a:prstGeom>
          <a:noFill/>
        </p:spPr>
        <p:txBody>
          <a:bodyPr wrap="none" lIns="0" tIns="0" rIns="0" bIns="0" anchor="ctr">
            <a:spAutoFit/>
          </a:bodyPr>
          <a:lstStyle/>
          <a:p>
            <a:pPr algn="l"/>
            <a:r>
              <a:rPr sz="2000" b="1" i="0" u="none">
                <a:solidFill>
                  <a:srgbClr val="0F172A"/>
                </a:solidFill>
                <a:latin typeface="Calibri"/>
                <a:ea typeface="Calibri"/>
                <a:cs typeface="Calibri"/>
              </a:rPr>
              <a:t>03 / Nearshoring &amp; Multi-Sourcing (ST/TT)</a:t>
            </a:r>
          </a:p>
        </p:txBody>
      </p:sp>
      <p:sp>
        <p:nvSpPr>
          <p:cNvPr id="20" name="TextBox 19"/>
          <p:cNvSpPr txBox="1"/>
          <p:nvPr>
            <p:custDataLst>
              <p:tags r:id="rId14"/>
            </p:custDataLst>
          </p:nvPr>
        </p:nvSpPr>
        <p:spPr>
          <a:xfrm>
            <a:off x="688975" y="4712305"/>
            <a:ext cx="4991100" cy="430530"/>
          </a:xfrm>
          <a:prstGeom prst="rect">
            <a:avLst/>
          </a:prstGeom>
          <a:noFill/>
        </p:spPr>
        <p:txBody>
          <a:bodyPr wrap="square" lIns="0" tIns="0" rIns="0" bIns="0" anchor="t">
            <a:spAutoFit/>
          </a:bodyPr>
          <a:lstStyle/>
          <a:p>
            <a:pPr algn="l">
              <a:lnSpc>
                <a:spcPts val="1680"/>
              </a:lnSpc>
            </a:pPr>
            <a:r>
              <a:rPr b="0" i="0" u="none">
                <a:solidFill>
                  <a:srgbClr val="475569"/>
                </a:solidFill>
                <a:latin typeface="Calibri"/>
                <a:ea typeface="Calibri"/>
                <a:cs typeface="Calibri"/>
              </a:rPr>
              <a:t>Expand regional production hubs near consumer markets to hedge against maritime freight disruptions.</a:t>
            </a:r>
          </a:p>
        </p:txBody>
      </p:sp>
      <p:sp>
        <p:nvSpPr>
          <p:cNvPr id="21" name="TextBox 20"/>
          <p:cNvSpPr txBox="1"/>
          <p:nvPr>
            <p:custDataLst>
              <p:tags r:id="rId15"/>
            </p:custDataLst>
          </p:nvPr>
        </p:nvSpPr>
        <p:spPr>
          <a:xfrm>
            <a:off x="555625" y="5747137"/>
            <a:ext cx="3949799" cy="307777"/>
          </a:xfrm>
          <a:prstGeom prst="rect">
            <a:avLst/>
          </a:prstGeom>
          <a:noFill/>
        </p:spPr>
        <p:txBody>
          <a:bodyPr wrap="none" lIns="0" tIns="0" rIns="0" bIns="0" anchor="ctr">
            <a:spAutoFit/>
          </a:bodyPr>
          <a:lstStyle/>
          <a:p>
            <a:pPr algn="l"/>
            <a:r>
              <a:rPr sz="2000" b="1" i="0" u="none">
                <a:solidFill>
                  <a:srgbClr val="0F172A"/>
                </a:solidFill>
                <a:latin typeface="Calibri"/>
                <a:ea typeface="Calibri"/>
                <a:cs typeface="Calibri"/>
              </a:rPr>
              <a:t>04 / Multi-Tier Traceability (WT/ESG)</a:t>
            </a:r>
          </a:p>
        </p:txBody>
      </p:sp>
      <p:sp>
        <p:nvSpPr>
          <p:cNvPr id="22" name="TextBox 21"/>
          <p:cNvSpPr txBox="1"/>
          <p:nvPr>
            <p:custDataLst>
              <p:tags r:id="rId16"/>
            </p:custDataLst>
          </p:nvPr>
        </p:nvSpPr>
        <p:spPr>
          <a:xfrm>
            <a:off x="555625" y="6091555"/>
            <a:ext cx="5078095" cy="428900"/>
          </a:xfrm>
          <a:prstGeom prst="rect">
            <a:avLst/>
          </a:prstGeom>
          <a:noFill/>
        </p:spPr>
        <p:txBody>
          <a:bodyPr wrap="square" lIns="0" tIns="0" rIns="0" bIns="0" anchor="t">
            <a:spAutoFit/>
          </a:bodyPr>
          <a:lstStyle/>
          <a:p>
            <a:pPr algn="l">
              <a:lnSpc>
                <a:spcPts val="1680"/>
              </a:lnSpc>
            </a:pPr>
            <a:r>
              <a:rPr b="0" i="0" u="none">
                <a:solidFill>
                  <a:srgbClr val="475569"/>
                </a:solidFill>
                <a:latin typeface="Calibri"/>
                <a:ea typeface="Calibri"/>
                <a:cs typeface="Calibri"/>
              </a:rPr>
              <a:t>Implement digital tracking tools down to Tier-2/3 suppliers to eliminate ESG and regulatory compliance gaps.</a:t>
            </a:r>
          </a:p>
        </p:txBody>
      </p:sp>
      <p:sp>
        <p:nvSpPr>
          <p:cNvPr id="24" name="Shape 1"/>
          <p:cNvSpPr/>
          <p:nvPr/>
        </p:nvSpPr>
        <p:spPr>
          <a:xfrm>
            <a:off x="502920" y="566928"/>
            <a:ext cx="11109960" cy="1"/>
          </a:xfrm>
          <a:prstGeom prst="line">
            <a:avLst/>
          </a:prstGeom>
          <a:noFill/>
          <a:ln w="12700">
            <a:solidFill>
              <a:srgbClr val="D8D0C2"/>
            </a:solidFill>
            <a:prstDash val="solid"/>
          </a:ln>
        </p:spPr>
      </p:sp>
      <p:pic>
        <p:nvPicPr>
          <p:cNvPr id="32" name="图片 31"/>
          <p:cNvPicPr/>
          <p:nvPr/>
        </p:nvPicPr>
        <p:blipFill>
          <a:blip r:embed="rId19">
            <a:clrChange>
              <a:clrFrom>
                <a:srgbClr val="FFFFFF">
                  <a:alpha val="100000"/>
                </a:srgbClr>
              </a:clrFrom>
              <a:clrTo>
                <a:srgbClr val="FFFFFF">
                  <a:alpha val="100000"/>
                  <a:alpha val="0"/>
                </a:srgbClr>
              </a:clrTo>
            </a:clrChange>
          </a:blip>
          <a:stretch>
            <a:fillRect/>
          </a:stretch>
        </p:blipFill>
        <p:spPr>
          <a:xfrm>
            <a:off x="5452745" y="718820"/>
            <a:ext cx="6739255" cy="62039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23240" y="331470"/>
            <a:ext cx="4246880" cy="237744"/>
          </a:xfrm>
          <a:prstGeom prst="rect">
            <a:avLst/>
          </a:prstGeom>
          <a:noFill/>
        </p:spPr>
        <p:txBody>
          <a:bodyPr wrap="square" lIns="91440" tIns="45720" rIns="91440" bIns="45720" rtlCol="0" anchor="ctr"/>
          <a:lstStyle/>
          <a:p>
            <a:pPr marL="0" algn="l">
              <a:buClrTx/>
              <a:buSzTx/>
              <a:buFontTx/>
              <a:buNone/>
            </a:pPr>
            <a:r>
              <a:rPr lang="en-US" sz="2400" b="1" spc="160">
                <a:solidFill>
                  <a:srgbClr val="165AA7"/>
                </a:solidFill>
                <a:latin typeface="Calibri"/>
                <a:ea typeface="Calibri"/>
                <a:cs typeface="Calibri"/>
              </a:rPr>
              <a:t>03</a:t>
            </a:r>
            <a:r>
              <a:rPr lang="en-US" sz="2400" b="1" kern="0" spc="160">
                <a:solidFill>
                  <a:srgbClr val="165AA7"/>
                </a:solidFill>
                <a:latin typeface="Calibri"/>
                <a:ea typeface="Calibri"/>
                <a:cs typeface="Calibri"/>
              </a:rPr>
              <a:t> / CONCLUSION</a:t>
            </a:r>
          </a:p>
          <a:p>
            <a:pPr marL="0" algn="l">
              <a:buClrTx/>
              <a:buSzTx/>
              <a:buFontTx/>
              <a:buNone/>
            </a:pPr>
            <a:endParaRPr lang="en-US" sz="2400" b="1" kern="0" spc="160">
              <a:solidFill>
                <a:srgbClr val="165AA7"/>
              </a:solidFill>
              <a:latin typeface="Calibri"/>
              <a:ea typeface="Calibri"/>
              <a:cs typeface="Calibri"/>
            </a:endParaRPr>
          </a:p>
        </p:txBody>
      </p:sp>
      <p:sp>
        <p:nvSpPr>
          <p:cNvPr id="3" name="Shape 1"/>
          <p:cNvSpPr/>
          <p:nvPr/>
        </p:nvSpPr>
        <p:spPr>
          <a:xfrm>
            <a:off x="502920" y="566928"/>
            <a:ext cx="11109960" cy="1"/>
          </a:xfrm>
          <a:prstGeom prst="line">
            <a:avLst/>
          </a:prstGeom>
          <a:noFill/>
          <a:ln w="12700">
            <a:solidFill>
              <a:srgbClr val="D8D0C2"/>
            </a:solidFill>
            <a:prstDash val="solid"/>
          </a:ln>
        </p:spPr>
      </p:sp>
      <p:sp>
        <p:nvSpPr>
          <p:cNvPr id="4" name="Text 2"/>
          <p:cNvSpPr/>
          <p:nvPr/>
        </p:nvSpPr>
        <p:spPr>
          <a:xfrm>
            <a:off x="530225" y="787400"/>
            <a:ext cx="10789920" cy="438912"/>
          </a:xfrm>
          <a:prstGeom prst="rect">
            <a:avLst/>
          </a:prstGeom>
          <a:noFill/>
        </p:spPr>
        <p:txBody>
          <a:bodyPr wrap="square" lIns="0" tIns="0" rIns="0" bIns="0" rtlCol="0" anchor="ctr"/>
          <a:lstStyle/>
          <a:p>
            <a:pPr marL="0" algn="l">
              <a:buClrTx/>
              <a:buSzTx/>
              <a:buFontTx/>
              <a:buNone/>
            </a:pPr>
            <a:r>
              <a:rPr lang="en-US" sz="3200" b="1">
                <a:solidFill>
                  <a:srgbClr val="21313C"/>
                </a:solidFill>
                <a:latin typeface="Calibri"/>
                <a:ea typeface="Calibri"/>
                <a:cs typeface="Calibri"/>
              </a:rPr>
              <a:t>Conclusion: The Evolution of IKEA’s Supply Chain</a:t>
            </a:r>
          </a:p>
          <a:p>
            <a:pPr marL="0" indent="0">
              <a:buNone/>
            </a:pPr>
            <a:endParaRPr lang="en-US" altLang="zh-CN" sz="2700">
              <a:latin typeface="Calibri"/>
              <a:ea typeface="Calibri"/>
              <a:cs typeface="Calibri"/>
            </a:endParaRPr>
          </a:p>
        </p:txBody>
      </p:sp>
      <p:sp>
        <p:nvSpPr>
          <p:cNvPr id="5" name="Text 3"/>
          <p:cNvSpPr/>
          <p:nvPr/>
        </p:nvSpPr>
        <p:spPr>
          <a:xfrm>
            <a:off x="527177" y="1228344"/>
            <a:ext cx="10515600" cy="256032"/>
          </a:xfrm>
          <a:prstGeom prst="rect">
            <a:avLst/>
          </a:prstGeom>
          <a:noFill/>
        </p:spPr>
        <p:txBody>
          <a:bodyPr wrap="square" lIns="0" tIns="0" rIns="0" bIns="0" rtlCol="0" anchor="ctr"/>
          <a:lstStyle/>
          <a:p>
            <a:pPr marL="0" algn="l">
              <a:buClrTx/>
              <a:buSzTx/>
              <a:buFontTx/>
              <a:buNone/>
            </a:pPr>
            <a:r>
              <a:rPr lang="en-US" sz="1800">
                <a:solidFill>
                  <a:srgbClr val="64727B"/>
                </a:solidFill>
                <a:latin typeface="Calibri"/>
                <a:ea typeface="Calibri"/>
                <a:cs typeface="Calibri"/>
              </a:rPr>
              <a:t>Scale and cost advantages remain key, but agility and transparency will define future leadership</a:t>
            </a:r>
          </a:p>
          <a:p>
            <a:pPr marL="0" indent="0">
              <a:buNone/>
            </a:pPr>
            <a:endParaRPr lang="en-US" altLang="zh-CN" sz="1200">
              <a:latin typeface="Calibri"/>
              <a:ea typeface="Calibri"/>
              <a:cs typeface="Calibri"/>
            </a:endParaRPr>
          </a:p>
        </p:txBody>
      </p:sp>
      <p:pic>
        <p:nvPicPr>
          <p:cNvPr id="6" name="Image 0" descr="/mnt/data/668b446d7b.png"/>
          <p:cNvPicPr>
            <a:picLocks noChangeAspect="1"/>
          </p:cNvPicPr>
          <p:nvPr/>
        </p:nvPicPr>
        <p:blipFill>
          <a:blip r:embed="rId3"/>
          <a:srcRect l="4338" r="4338"/>
          <a:stretch>
            <a:fillRect/>
          </a:stretch>
        </p:blipFill>
        <p:spPr>
          <a:xfrm>
            <a:off x="594360" y="1737360"/>
            <a:ext cx="4572000" cy="4404995"/>
          </a:xfrm>
          <a:prstGeom prst="rect">
            <a:avLst/>
          </a:prstGeom>
        </p:spPr>
      </p:pic>
      <p:sp>
        <p:nvSpPr>
          <p:cNvPr id="35" name="TextBox 7"/>
          <p:cNvSpPr txBox="1"/>
          <p:nvPr/>
        </p:nvSpPr>
        <p:spPr>
          <a:xfrm>
            <a:off x="7523101" y="1781780"/>
            <a:ext cx="2277868" cy="430887"/>
          </a:xfrm>
          <a:prstGeom prst="rect">
            <a:avLst/>
          </a:prstGeom>
          <a:noFill/>
        </p:spPr>
        <p:txBody>
          <a:bodyPr wrap="none" lIns="0" tIns="0" rIns="0" bIns="0" anchor="t">
            <a:spAutoFit/>
          </a:bodyPr>
          <a:lstStyle/>
          <a:p>
            <a:pPr algn="ctr"/>
            <a:r>
              <a:rPr sz="2800" b="1" i="0" u="none">
                <a:solidFill>
                  <a:srgbClr val="FBBF24"/>
                </a:solidFill>
                <a:latin typeface="Calibri"/>
                <a:ea typeface="Calibri"/>
                <a:cs typeface="Calibri"/>
              </a:rPr>
              <a:t>Core Takeaway</a:t>
            </a:r>
            <a:endParaRPr lang="en-US" sz="2800" b="1" i="0" u="none">
              <a:solidFill>
                <a:srgbClr val="FBBF24"/>
              </a:solidFill>
              <a:latin typeface="Calibri"/>
              <a:ea typeface="Calibri"/>
              <a:cs typeface="Calibri"/>
            </a:endParaRPr>
          </a:p>
        </p:txBody>
      </p:sp>
      <p:sp>
        <p:nvSpPr>
          <p:cNvPr id="36" name="TextBox 8"/>
          <p:cNvSpPr txBox="1"/>
          <p:nvPr/>
        </p:nvSpPr>
        <p:spPr>
          <a:xfrm>
            <a:off x="5570220" y="2402840"/>
            <a:ext cx="6572885" cy="3384550"/>
          </a:xfrm>
          <a:prstGeom prst="rect">
            <a:avLst/>
          </a:prstGeom>
          <a:noFill/>
        </p:spPr>
        <p:txBody>
          <a:bodyPr wrap="square" lIns="0" tIns="0" rIns="0" bIns="0" anchor="t">
            <a:noAutofit/>
          </a:bodyPr>
          <a:lstStyle/>
          <a:p>
            <a:pPr algn="l">
              <a:lnSpc>
                <a:spcPct val="200000"/>
              </a:lnSpc>
            </a:pPr>
            <a:r>
              <a:rPr sz="1800" b="0" i="0" u="none">
                <a:solidFill>
                  <a:srgbClr val="0070C0"/>
                </a:solidFill>
                <a:latin typeface="Calibri"/>
                <a:ea typeface="Calibri"/>
                <a:cs typeface="Calibri"/>
              </a:rPr>
              <a:t>IKEA’s enduring success lies in </a:t>
            </a:r>
            <a:r>
              <a:rPr sz="1800" b="1" i="0" u="none">
                <a:solidFill>
                  <a:srgbClr val="0070C0"/>
                </a:solidFill>
                <a:latin typeface="Calibri"/>
                <a:ea typeface="Calibri"/>
                <a:cs typeface="Calibri"/>
              </a:rPr>
              <a:t>integrating supply chain strategy directly into product design and retail execution</a:t>
            </a:r>
            <a:r>
              <a:rPr sz="1800" b="0" i="0" u="none">
                <a:solidFill>
                  <a:srgbClr val="0070C0"/>
                </a:solidFill>
                <a:latin typeface="Calibri"/>
                <a:ea typeface="Calibri"/>
                <a:cs typeface="Calibri"/>
              </a:rPr>
              <a:t>. Facing e-commerce shifts, ocean disruptions, and ESG scrutiny, IKEA must retain its low-cost core while accelerating the rollout of </a:t>
            </a:r>
            <a:r>
              <a:rPr sz="1800" b="1" i="0" u="none">
                <a:solidFill>
                  <a:srgbClr val="0070C0"/>
                </a:solidFill>
                <a:latin typeface="Calibri"/>
                <a:ea typeface="Calibri"/>
                <a:cs typeface="Calibri"/>
              </a:rPr>
              <a:t>"Urban MFCs + Real-Time Demand Sensing + Nearshore Multi-Sourcing"</a:t>
            </a:r>
            <a:r>
              <a:rPr sz="1800" b="0" i="0" u="none">
                <a:solidFill>
                  <a:srgbClr val="0070C0"/>
                </a:solidFill>
                <a:latin typeface="Calibri"/>
                <a:ea typeface="Calibri"/>
                <a:cs typeface="Calibri"/>
              </a:rPr>
              <a:t>—pivoting from a rigid </a:t>
            </a:r>
            <a:r>
              <a:rPr sz="1800" b="1" i="0" u="none">
                <a:solidFill>
                  <a:srgbClr val="0070C0"/>
                </a:solidFill>
                <a:latin typeface="Calibri"/>
                <a:ea typeface="Calibri"/>
                <a:cs typeface="Calibri"/>
              </a:rPr>
              <a:t>Push-based model</a:t>
            </a:r>
            <a:r>
              <a:rPr sz="1800" b="0" i="0" u="none">
                <a:solidFill>
                  <a:srgbClr val="0070C0"/>
                </a:solidFill>
                <a:latin typeface="Calibri"/>
                <a:ea typeface="Calibri"/>
                <a:cs typeface="Calibri"/>
              </a:rPr>
              <a:t> to a resilient </a:t>
            </a:r>
            <a:r>
              <a:rPr sz="1800" b="1" i="0" u="none">
                <a:solidFill>
                  <a:srgbClr val="0070C0"/>
                </a:solidFill>
                <a:latin typeface="Calibri"/>
                <a:ea typeface="Calibri"/>
                <a:cs typeface="Calibri"/>
              </a:rPr>
              <a:t>Pull-driven ecosystem</a:t>
            </a:r>
            <a:r>
              <a:rPr sz="1800" b="0" i="0" u="none">
                <a:solidFill>
                  <a:srgbClr val="0070C0"/>
                </a:solidFill>
                <a:latin typeface="Calibri"/>
                <a:ea typeface="Calibri"/>
                <a:cs typeface="Calibri"/>
              </a:rPr>
              <a:t>.</a:t>
            </a:r>
            <a:endParaRPr lang="en-US" sz="1800" b="0" i="0" u="none">
              <a:solidFill>
                <a:srgbClr val="0070C0"/>
              </a:solidFill>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C04194D-DF63-157D-ECA6-518F67787A9A}"/>
              </a:ext>
            </a:extLst>
          </p:cNvPr>
          <p:cNvSpPr txBox="1"/>
          <p:nvPr/>
        </p:nvSpPr>
        <p:spPr>
          <a:xfrm>
            <a:off x="365760" y="731520"/>
            <a:ext cx="8509299" cy="677108"/>
          </a:xfrm>
          <a:prstGeom prst="rect">
            <a:avLst/>
          </a:prstGeom>
          <a:noFill/>
        </p:spPr>
        <p:txBody>
          <a:bodyPr wrap="square" rtlCol="0">
            <a:spAutoFit/>
          </a:bodyPr>
          <a:lstStyle/>
          <a:p>
            <a:r>
              <a:rPr lang="zh-CN" altLang="zh-CN" sz="2400" b="1"/>
              <a:t>IKEA vs. MUJI: Supply Chain Strategy Compariso</a:t>
            </a:r>
            <a:r>
              <a:rPr lang="en-US" altLang="zh-CN" sz="2400" b="1"/>
              <a:t>n</a:t>
            </a:r>
            <a:endParaRPr lang="zh-CN" altLang="zh-CN" sz="2400" b="1"/>
          </a:p>
          <a:p>
            <a:endParaRPr kumimoji="1" lang="zh-CN" altLang="en-US"/>
          </a:p>
        </p:txBody>
      </p:sp>
      <p:graphicFrame>
        <p:nvGraphicFramePr>
          <p:cNvPr id="7" name="表格 6">
            <a:extLst>
              <a:ext uri="{FF2B5EF4-FFF2-40B4-BE49-F238E27FC236}">
                <a16:creationId xmlns:a16="http://schemas.microsoft.com/office/drawing/2014/main" id="{04933FC9-29EB-AE7F-0B18-D53A43030EB8}"/>
              </a:ext>
            </a:extLst>
          </p:cNvPr>
          <p:cNvGraphicFramePr>
            <a:graphicFrameLocks noGrp="1"/>
          </p:cNvGraphicFramePr>
          <p:nvPr>
            <p:extLst>
              <p:ext uri="{D42A27DB-BD31-4B8C-83A1-F6EECF244321}">
                <p14:modId xmlns:p14="http://schemas.microsoft.com/office/powerpoint/2010/main" val="1830140472"/>
              </p:ext>
            </p:extLst>
          </p:nvPr>
        </p:nvGraphicFramePr>
        <p:xfrm>
          <a:off x="162470" y="1839516"/>
          <a:ext cx="7806690" cy="3751328"/>
        </p:xfrm>
        <a:graphic>
          <a:graphicData uri="http://schemas.openxmlformats.org/drawingml/2006/table">
            <a:tbl>
              <a:tblPr firstRow="1" bandRow="1">
                <a:tableStyleId>{5C22544A-7EE6-4342-B048-85BDC9FD1C3A}</a:tableStyleId>
              </a:tblPr>
              <a:tblGrid>
                <a:gridCol w="2491740">
                  <a:extLst>
                    <a:ext uri="{9D8B030D-6E8A-4147-A177-3AD203B41FA5}">
                      <a16:colId xmlns:a16="http://schemas.microsoft.com/office/drawing/2014/main" val="4037154840"/>
                    </a:ext>
                  </a:extLst>
                </a:gridCol>
                <a:gridCol w="2701562">
                  <a:extLst>
                    <a:ext uri="{9D8B030D-6E8A-4147-A177-3AD203B41FA5}">
                      <a16:colId xmlns:a16="http://schemas.microsoft.com/office/drawing/2014/main" val="926950292"/>
                    </a:ext>
                  </a:extLst>
                </a:gridCol>
                <a:gridCol w="2613388">
                  <a:extLst>
                    <a:ext uri="{9D8B030D-6E8A-4147-A177-3AD203B41FA5}">
                      <a16:colId xmlns:a16="http://schemas.microsoft.com/office/drawing/2014/main" val="3864168296"/>
                    </a:ext>
                  </a:extLst>
                </a:gridCol>
              </a:tblGrid>
              <a:tr h="535904">
                <a:tc>
                  <a:txBody>
                    <a:bodyPr/>
                    <a:lstStyle/>
                    <a:p>
                      <a:pPr algn="ctr"/>
                      <a:r>
                        <a:rPr lang="en-US" altLang="zh-CN"/>
                        <a:t>Dimension</a:t>
                      </a:r>
                      <a:endParaRPr lang="zh-CN" altLang="en-US"/>
                    </a:p>
                  </a:txBody>
                  <a:tcPr>
                    <a:solidFill>
                      <a:srgbClr val="0058A3"/>
                    </a:solidFill>
                  </a:tcPr>
                </a:tc>
                <a:tc>
                  <a:txBody>
                    <a:bodyPr/>
                    <a:lstStyle/>
                    <a:p>
                      <a:pPr algn="ctr"/>
                      <a:r>
                        <a:rPr lang="en-US" altLang="zh-CN"/>
                        <a:t>IKEA</a:t>
                      </a:r>
                      <a:endParaRPr lang="zh-CN" altLang="en-US"/>
                    </a:p>
                  </a:txBody>
                  <a:tcPr>
                    <a:solidFill>
                      <a:srgbClr val="0058A3"/>
                    </a:solidFill>
                  </a:tcPr>
                </a:tc>
                <a:tc>
                  <a:txBody>
                    <a:bodyPr/>
                    <a:lstStyle/>
                    <a:p>
                      <a:pPr algn="ctr"/>
                      <a:r>
                        <a:rPr lang="en-US" altLang="zh-CN"/>
                        <a:t>MUJI</a:t>
                      </a:r>
                      <a:endParaRPr lang="zh-CN" altLang="en-US"/>
                    </a:p>
                  </a:txBody>
                  <a:tcPr>
                    <a:solidFill>
                      <a:srgbClr val="0058A3"/>
                    </a:solidFill>
                  </a:tcPr>
                </a:tc>
                <a:extLst>
                  <a:ext uri="{0D108BD9-81ED-4DB2-BD59-A6C34878D82A}">
                    <a16:rowId xmlns:a16="http://schemas.microsoft.com/office/drawing/2014/main" val="1524645163"/>
                  </a:ext>
                </a:extLst>
              </a:tr>
              <a:tr h="535904">
                <a:tc>
                  <a:txBody>
                    <a:bodyPr/>
                    <a:lstStyle/>
                    <a:p>
                      <a:pPr algn="ctr"/>
                      <a:r>
                        <a:rPr lang="en-US" altLang="zh-CN"/>
                        <a:t>Competitive</a:t>
                      </a:r>
                      <a:r>
                        <a:rPr lang="zh-CN" altLang="en-US"/>
                        <a:t> </a:t>
                      </a:r>
                      <a:r>
                        <a:rPr lang="en-US" altLang="zh-CN"/>
                        <a:t>Strategy</a:t>
                      </a:r>
                      <a:endParaRPr lang="zh-CN" altLang="en-US"/>
                    </a:p>
                  </a:txBody>
                  <a:tcPr>
                    <a:solidFill>
                      <a:srgbClr val="F8F4F0"/>
                    </a:solidFill>
                  </a:tcPr>
                </a:tc>
                <a:tc>
                  <a:txBody>
                    <a:bodyPr/>
                    <a:lstStyle/>
                    <a:p>
                      <a:pPr algn="ctr"/>
                      <a:r>
                        <a:rPr lang="en-US" altLang="zh-CN"/>
                        <a:t>Cost Leadership</a:t>
                      </a:r>
                      <a:endParaRPr lang="zh-CN" altLang="en-US"/>
                    </a:p>
                  </a:txBody>
                  <a:tcPr>
                    <a:solidFill>
                      <a:srgbClr val="F8F4F0"/>
                    </a:solidFill>
                  </a:tcPr>
                </a:tc>
                <a:tc>
                  <a:txBody>
                    <a:bodyPr/>
                    <a:lstStyle/>
                    <a:p>
                      <a:pPr algn="ctr"/>
                      <a:r>
                        <a:rPr lang="en-US" altLang="zh-CN"/>
                        <a:t>Differentiation</a:t>
                      </a:r>
                      <a:endParaRPr lang="zh-CN" altLang="en-US"/>
                    </a:p>
                  </a:txBody>
                  <a:tcPr>
                    <a:solidFill>
                      <a:srgbClr val="F8F4F0"/>
                    </a:solidFill>
                  </a:tcPr>
                </a:tc>
                <a:extLst>
                  <a:ext uri="{0D108BD9-81ED-4DB2-BD59-A6C34878D82A}">
                    <a16:rowId xmlns:a16="http://schemas.microsoft.com/office/drawing/2014/main" val="4045881891"/>
                  </a:ext>
                </a:extLst>
              </a:tr>
              <a:tr h="535904">
                <a:tc>
                  <a:txBody>
                    <a:bodyPr/>
                    <a:lstStyle/>
                    <a:p>
                      <a:pPr algn="ctr"/>
                      <a:r>
                        <a:rPr lang="en-US" altLang="zh-CN"/>
                        <a:t>SCM Model</a:t>
                      </a:r>
                      <a:endParaRPr lang="zh-CN" altLang="en-US"/>
                    </a:p>
                  </a:txBody>
                  <a:tcPr>
                    <a:solidFill>
                      <a:srgbClr val="F8F4F0"/>
                    </a:solidFill>
                  </a:tcPr>
                </a:tc>
                <a:tc>
                  <a:txBody>
                    <a:bodyPr/>
                    <a:lstStyle/>
                    <a:p>
                      <a:pPr algn="ctr"/>
                      <a:r>
                        <a:rPr lang="en-US" altLang="zh-CN" err="1"/>
                        <a:t>Standardlized</a:t>
                      </a:r>
                      <a:r>
                        <a:rPr lang="en-US" altLang="zh-CN"/>
                        <a:t> Global SCM</a:t>
                      </a:r>
                      <a:endParaRPr lang="zh-CN" altLang="en-US"/>
                    </a:p>
                  </a:txBody>
                  <a:tcPr>
                    <a:solidFill>
                      <a:srgbClr val="F8F4F0"/>
                    </a:solidFill>
                  </a:tcPr>
                </a:tc>
                <a:tc>
                  <a:txBody>
                    <a:bodyPr/>
                    <a:lstStyle/>
                    <a:p>
                      <a:pPr algn="ctr"/>
                      <a:r>
                        <a:rPr lang="en-US" altLang="zh-CN"/>
                        <a:t>Lean SCM</a:t>
                      </a:r>
                      <a:endParaRPr lang="zh-CN" altLang="en-US"/>
                    </a:p>
                  </a:txBody>
                  <a:tcPr>
                    <a:solidFill>
                      <a:srgbClr val="F8F4F0"/>
                    </a:solidFill>
                  </a:tcPr>
                </a:tc>
                <a:extLst>
                  <a:ext uri="{0D108BD9-81ED-4DB2-BD59-A6C34878D82A}">
                    <a16:rowId xmlns:a16="http://schemas.microsoft.com/office/drawing/2014/main" val="2950017780"/>
                  </a:ext>
                </a:extLst>
              </a:tr>
              <a:tr h="535904">
                <a:tc>
                  <a:txBody>
                    <a:bodyPr/>
                    <a:lstStyle/>
                    <a:p>
                      <a:pPr algn="ctr"/>
                      <a:r>
                        <a:rPr lang="en-US" altLang="zh-CN"/>
                        <a:t>Souring</a:t>
                      </a:r>
                      <a:endParaRPr lang="zh-CN" altLang="en-US"/>
                    </a:p>
                  </a:txBody>
                  <a:tcPr>
                    <a:solidFill>
                      <a:srgbClr val="F8F4F0"/>
                    </a:solidFill>
                  </a:tcPr>
                </a:tc>
                <a:tc>
                  <a:txBody>
                    <a:bodyPr/>
                    <a:lstStyle/>
                    <a:p>
                      <a:pPr algn="ctr"/>
                      <a:r>
                        <a:rPr lang="en-US" altLang="zh-CN"/>
                        <a:t>Global Sourcing</a:t>
                      </a:r>
                      <a:endParaRPr lang="zh-CN" altLang="en-US"/>
                    </a:p>
                  </a:txBody>
                  <a:tcPr>
                    <a:solidFill>
                      <a:srgbClr val="F8F4F0"/>
                    </a:solidFill>
                  </a:tcPr>
                </a:tc>
                <a:tc>
                  <a:txBody>
                    <a:bodyPr/>
                    <a:lstStyle/>
                    <a:p>
                      <a:pPr algn="ctr"/>
                      <a:r>
                        <a:rPr lang="en-US" altLang="zh-CN"/>
                        <a:t>Regional Sourcing</a:t>
                      </a:r>
                      <a:endParaRPr lang="zh-CN" altLang="en-US"/>
                    </a:p>
                  </a:txBody>
                  <a:tcPr>
                    <a:solidFill>
                      <a:srgbClr val="F8F4F0"/>
                    </a:solidFill>
                  </a:tcPr>
                </a:tc>
                <a:extLst>
                  <a:ext uri="{0D108BD9-81ED-4DB2-BD59-A6C34878D82A}">
                    <a16:rowId xmlns:a16="http://schemas.microsoft.com/office/drawing/2014/main" val="1881384813"/>
                  </a:ext>
                </a:extLst>
              </a:tr>
              <a:tr h="535904">
                <a:tc>
                  <a:txBody>
                    <a:bodyPr/>
                    <a:lstStyle/>
                    <a:p>
                      <a:pPr algn="ctr"/>
                      <a:r>
                        <a:rPr lang="en-US" altLang="zh-CN"/>
                        <a:t>Production</a:t>
                      </a:r>
                      <a:endParaRPr lang="zh-CN" altLang="en-US"/>
                    </a:p>
                  </a:txBody>
                  <a:tcPr>
                    <a:solidFill>
                      <a:srgbClr val="F8F4F0"/>
                    </a:solidFill>
                  </a:tcPr>
                </a:tc>
                <a:tc>
                  <a:txBody>
                    <a:bodyPr/>
                    <a:lstStyle/>
                    <a:p>
                      <a:pPr algn="ctr"/>
                      <a:r>
                        <a:rPr lang="en-US" altLang="zh-CN"/>
                        <a:t>Mass Production</a:t>
                      </a:r>
                      <a:endParaRPr lang="zh-CN" altLang="en-US"/>
                    </a:p>
                  </a:txBody>
                  <a:tcPr>
                    <a:solidFill>
                      <a:srgbClr val="F8F4F0"/>
                    </a:solidFill>
                  </a:tcPr>
                </a:tc>
                <a:tc>
                  <a:txBody>
                    <a:bodyPr/>
                    <a:lstStyle/>
                    <a:p>
                      <a:pPr algn="ctr"/>
                      <a:r>
                        <a:rPr lang="en-US" altLang="zh-CN"/>
                        <a:t>Small-Batch</a:t>
                      </a:r>
                      <a:r>
                        <a:rPr lang="zh-CN" altLang="en-US"/>
                        <a:t> </a:t>
                      </a:r>
                      <a:r>
                        <a:rPr lang="en-US" altLang="zh-CN"/>
                        <a:t>Strategy</a:t>
                      </a:r>
                      <a:endParaRPr lang="zh-CN" altLang="en-US"/>
                    </a:p>
                  </a:txBody>
                  <a:tcPr>
                    <a:solidFill>
                      <a:srgbClr val="F8F4F0"/>
                    </a:solidFill>
                  </a:tcPr>
                </a:tc>
                <a:extLst>
                  <a:ext uri="{0D108BD9-81ED-4DB2-BD59-A6C34878D82A}">
                    <a16:rowId xmlns:a16="http://schemas.microsoft.com/office/drawing/2014/main" val="3449499721"/>
                  </a:ext>
                </a:extLst>
              </a:tr>
              <a:tr h="535904">
                <a:tc>
                  <a:txBody>
                    <a:bodyPr/>
                    <a:lstStyle/>
                    <a:p>
                      <a:pPr algn="ctr"/>
                      <a:r>
                        <a:rPr lang="en-US" altLang="zh-CN"/>
                        <a:t>Inventory</a:t>
                      </a:r>
                      <a:endParaRPr lang="zh-CN" altLang="en-US"/>
                    </a:p>
                  </a:txBody>
                  <a:tcPr>
                    <a:solidFill>
                      <a:srgbClr val="F8F4F0"/>
                    </a:solidFill>
                  </a:tcPr>
                </a:tc>
                <a:tc>
                  <a:txBody>
                    <a:bodyPr/>
                    <a:lstStyle/>
                    <a:p>
                      <a:pPr algn="ctr"/>
                      <a:r>
                        <a:rPr lang="en-US" altLang="zh-CN"/>
                        <a:t>Push Strategy</a:t>
                      </a:r>
                      <a:endParaRPr lang="zh-CN" altLang="en-US"/>
                    </a:p>
                  </a:txBody>
                  <a:tcPr>
                    <a:solidFill>
                      <a:srgbClr val="F8F4F0"/>
                    </a:solidFill>
                  </a:tcPr>
                </a:tc>
                <a:tc>
                  <a:txBody>
                    <a:bodyPr/>
                    <a:lstStyle/>
                    <a:p>
                      <a:pPr algn="ctr"/>
                      <a:r>
                        <a:rPr lang="en-US" altLang="zh-CN"/>
                        <a:t>Push-Pull</a:t>
                      </a:r>
                      <a:r>
                        <a:rPr lang="zh-CN" altLang="en-US"/>
                        <a:t> </a:t>
                      </a:r>
                      <a:r>
                        <a:rPr lang="en-US" altLang="zh-CN"/>
                        <a:t>Strategy</a:t>
                      </a:r>
                      <a:endParaRPr lang="zh-CN" altLang="en-US"/>
                    </a:p>
                  </a:txBody>
                  <a:tcPr>
                    <a:solidFill>
                      <a:srgbClr val="F8F4F0"/>
                    </a:solidFill>
                  </a:tcPr>
                </a:tc>
                <a:extLst>
                  <a:ext uri="{0D108BD9-81ED-4DB2-BD59-A6C34878D82A}">
                    <a16:rowId xmlns:a16="http://schemas.microsoft.com/office/drawing/2014/main" val="1489136813"/>
                  </a:ext>
                </a:extLst>
              </a:tr>
              <a:tr h="535904">
                <a:tc>
                  <a:txBody>
                    <a:bodyPr/>
                    <a:lstStyle/>
                    <a:p>
                      <a:pPr algn="ctr"/>
                      <a:r>
                        <a:rPr lang="en-US" altLang="zh-CN"/>
                        <a:t>Goal</a:t>
                      </a:r>
                      <a:endParaRPr lang="zh-CN" altLang="en-US"/>
                    </a:p>
                  </a:txBody>
                  <a:tcPr>
                    <a:solidFill>
                      <a:srgbClr val="F8F4F0"/>
                    </a:solidFill>
                  </a:tcPr>
                </a:tc>
                <a:tc>
                  <a:txBody>
                    <a:bodyPr/>
                    <a:lstStyle/>
                    <a:p>
                      <a:pPr algn="ctr"/>
                      <a:r>
                        <a:rPr lang="en-US" altLang="zh-CN" err="1"/>
                        <a:t>Effciency</a:t>
                      </a:r>
                      <a:r>
                        <a:rPr lang="zh-CN" altLang="en-US"/>
                        <a:t> </a:t>
                      </a:r>
                      <a:r>
                        <a:rPr lang="en-US" altLang="zh-CN"/>
                        <a:t>MUJI</a:t>
                      </a:r>
                      <a:endParaRPr lang="zh-CN" altLang="en-US"/>
                    </a:p>
                  </a:txBody>
                  <a:tcPr>
                    <a:solidFill>
                      <a:srgbClr val="F8F4F0"/>
                    </a:solidFill>
                  </a:tcPr>
                </a:tc>
                <a:tc>
                  <a:txBody>
                    <a:bodyPr/>
                    <a:lstStyle/>
                    <a:p>
                      <a:pPr algn="ctr"/>
                      <a:r>
                        <a:rPr lang="en-US" altLang="zh-CN"/>
                        <a:t>Responsiveness</a:t>
                      </a:r>
                      <a:endParaRPr lang="zh-CN" altLang="en-US"/>
                    </a:p>
                  </a:txBody>
                  <a:tcPr>
                    <a:solidFill>
                      <a:srgbClr val="F8F4F0"/>
                    </a:solidFill>
                  </a:tcPr>
                </a:tc>
                <a:extLst>
                  <a:ext uri="{0D108BD9-81ED-4DB2-BD59-A6C34878D82A}">
                    <a16:rowId xmlns:a16="http://schemas.microsoft.com/office/drawing/2014/main" val="2652148361"/>
                  </a:ext>
                </a:extLst>
              </a:tr>
            </a:tbl>
          </a:graphicData>
        </a:graphic>
      </p:graphicFrame>
      <p:sp>
        <p:nvSpPr>
          <p:cNvPr id="11" name="矩形 10">
            <a:extLst>
              <a:ext uri="{FF2B5EF4-FFF2-40B4-BE49-F238E27FC236}">
                <a16:creationId xmlns:a16="http://schemas.microsoft.com/office/drawing/2014/main" id="{6E3B7DFC-F0EE-DCFD-BA2F-30EF87032907}"/>
              </a:ext>
            </a:extLst>
          </p:cNvPr>
          <p:cNvSpPr/>
          <p:nvPr/>
        </p:nvSpPr>
        <p:spPr>
          <a:xfrm>
            <a:off x="365760" y="1100852"/>
            <a:ext cx="6942926" cy="707886"/>
          </a:xfrm>
          <a:prstGeom prst="rect">
            <a:avLst/>
          </a:prstGeom>
          <a:noFill/>
          <a:ln>
            <a:solidFill>
              <a:schemeClr val="bg1"/>
            </a:solidFill>
          </a:ln>
        </p:spPr>
        <p:txBody>
          <a:bodyPr wrap="square" lIns="91440" tIns="45720" rIns="91440" bIns="45720">
            <a:spAutoFit/>
          </a:bodyPr>
          <a:lstStyle/>
          <a:p>
            <a:pPr algn="ctr"/>
            <a:r>
              <a:rPr lang="en-US" altLang="zh-CN" sz="4000" b="1" cap="none" spc="0">
                <a:ln w="12700">
                  <a:solidFill>
                    <a:schemeClr val="accent1"/>
                  </a:solidFill>
                  <a:prstDash val="solid"/>
                </a:ln>
                <a:solidFill>
                  <a:srgbClr val="0070C0"/>
                </a:solidFill>
                <a:effectLst>
                  <a:outerShdw dist="38100" dir="2640000" algn="bl" rotWithShape="0">
                    <a:schemeClr val="accent1"/>
                  </a:outerShdw>
                </a:effectLst>
                <a:latin typeface="Calibri" panose="020F0502020204030204" pitchFamily="34" charset="0"/>
                <a:cs typeface="Calibri" panose="020F0502020204030204" pitchFamily="34" charset="0"/>
              </a:rPr>
              <a:t>Efficiency</a:t>
            </a:r>
            <a:r>
              <a:rPr lang="zh-CN" altLang="en-US" sz="4000" b="1" cap="none" spc="0">
                <a:ln w="12700">
                  <a:solidFill>
                    <a:schemeClr val="accent1"/>
                  </a:solidFill>
                  <a:prstDash val="solid"/>
                </a:ln>
                <a:solidFill>
                  <a:srgbClr val="0070C0"/>
                </a:solidFill>
                <a:effectLst>
                  <a:outerShdw dist="38100" dir="2640000" algn="bl" rotWithShape="0">
                    <a:schemeClr val="accent1"/>
                  </a:outerShdw>
                </a:effectLst>
                <a:latin typeface="Calibri" panose="020F0502020204030204" pitchFamily="34" charset="0"/>
                <a:cs typeface="Calibri" panose="020F0502020204030204" pitchFamily="34" charset="0"/>
              </a:rPr>
              <a:t> </a:t>
            </a:r>
            <a:r>
              <a:rPr lang="en-US" altLang="zh-CN" sz="4000" b="1" cap="none" spc="0">
                <a:ln w="12700">
                  <a:solidFill>
                    <a:schemeClr val="accent1"/>
                  </a:solidFill>
                  <a:prstDash val="solid"/>
                </a:ln>
                <a:solidFill>
                  <a:srgbClr val="0070C0"/>
                </a:solidFill>
                <a:effectLst>
                  <a:outerShdw dist="38100" dir="2640000" algn="bl" rotWithShape="0">
                    <a:schemeClr val="accent1"/>
                  </a:outerShdw>
                </a:effectLst>
                <a:latin typeface="Calibri" panose="020F0502020204030204" pitchFamily="34" charset="0"/>
                <a:cs typeface="Calibri" panose="020F0502020204030204" pitchFamily="34" charset="0"/>
              </a:rPr>
              <a:t>vs</a:t>
            </a:r>
            <a:r>
              <a:rPr lang="zh-CN" altLang="en-US" sz="4000" b="1" cap="none" spc="0">
                <a:ln w="12700">
                  <a:solidFill>
                    <a:schemeClr val="accent1"/>
                  </a:solidFill>
                  <a:prstDash val="solid"/>
                </a:ln>
                <a:solidFill>
                  <a:srgbClr val="0070C0"/>
                </a:solidFill>
                <a:effectLst>
                  <a:outerShdw dist="38100" dir="2640000" algn="bl" rotWithShape="0">
                    <a:schemeClr val="accent1"/>
                  </a:outerShdw>
                </a:effectLst>
                <a:latin typeface="Calibri" panose="020F0502020204030204" pitchFamily="34" charset="0"/>
                <a:cs typeface="Calibri" panose="020F0502020204030204" pitchFamily="34" charset="0"/>
              </a:rPr>
              <a:t> </a:t>
            </a:r>
            <a:r>
              <a:rPr lang="en-US" altLang="zh-CN" sz="4000" b="1" cap="none" spc="0">
                <a:ln w="12700">
                  <a:solidFill>
                    <a:schemeClr val="accent1"/>
                  </a:solidFill>
                  <a:prstDash val="solid"/>
                </a:ln>
                <a:solidFill>
                  <a:srgbClr val="0070C0"/>
                </a:solidFill>
                <a:effectLst>
                  <a:outerShdw dist="38100" dir="2640000" algn="bl" rotWithShape="0">
                    <a:schemeClr val="accent1"/>
                  </a:outerShdw>
                </a:effectLst>
                <a:latin typeface="Calibri" panose="020F0502020204030204" pitchFamily="34" charset="0"/>
                <a:cs typeface="Calibri" panose="020F0502020204030204" pitchFamily="34" charset="0"/>
              </a:rPr>
              <a:t>Flexibility</a:t>
            </a:r>
            <a:endParaRPr lang="zh-CN" altLang="en-US" sz="4000" b="1" cap="none" spc="0">
              <a:ln w="12700">
                <a:solidFill>
                  <a:schemeClr val="accent1"/>
                </a:solidFill>
                <a:prstDash val="solid"/>
              </a:ln>
              <a:solidFill>
                <a:srgbClr val="0070C0"/>
              </a:solidFill>
              <a:effectLst>
                <a:outerShdw dist="38100" dir="2640000" algn="bl" rotWithShape="0">
                  <a:schemeClr val="accent1"/>
                </a:outerShdw>
              </a:effectLst>
              <a:latin typeface="Calibri" panose="020F0502020204030204" pitchFamily="34" charset="0"/>
              <a:cs typeface="Calibri" panose="020F0502020204030204" pitchFamily="34" charset="0"/>
            </a:endParaRPr>
          </a:p>
        </p:txBody>
      </p:sp>
      <p:sp>
        <p:nvSpPr>
          <p:cNvPr id="6" name="圆角矩形 5">
            <a:extLst>
              <a:ext uri="{FF2B5EF4-FFF2-40B4-BE49-F238E27FC236}">
                <a16:creationId xmlns:a16="http://schemas.microsoft.com/office/drawing/2014/main" id="{BB2F6F70-98F8-65F1-A6C8-EFEE768AB6FC}"/>
              </a:ext>
            </a:extLst>
          </p:cNvPr>
          <p:cNvSpPr/>
          <p:nvPr/>
        </p:nvSpPr>
        <p:spPr>
          <a:xfrm>
            <a:off x="547512" y="5757148"/>
            <a:ext cx="7239896" cy="796066"/>
          </a:xfrm>
          <a:prstGeom prst="roundRect">
            <a:avLst/>
          </a:prstGeom>
          <a:solidFill>
            <a:srgbClr val="F8F4F0"/>
          </a:solidFill>
          <a:ln>
            <a:solidFill>
              <a:srgbClr val="0058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D5F54B10-11BA-11EB-EC81-82F2D18CF42C}"/>
              </a:ext>
            </a:extLst>
          </p:cNvPr>
          <p:cNvSpPr txBox="1"/>
          <p:nvPr/>
        </p:nvSpPr>
        <p:spPr>
          <a:xfrm>
            <a:off x="687925" y="5804558"/>
            <a:ext cx="6959070" cy="923330"/>
          </a:xfrm>
          <a:prstGeom prst="rect">
            <a:avLst/>
          </a:prstGeom>
          <a:noFill/>
        </p:spPr>
        <p:txBody>
          <a:bodyPr wrap="square" rtlCol="0">
            <a:spAutoFit/>
          </a:bodyPr>
          <a:lstStyle/>
          <a:p>
            <a:r>
              <a:rPr kumimoji="1" lang="en-US" altLang="zh-CN" sz="2000">
                <a:latin typeface="Calibri" panose="020F0502020204030204" pitchFamily="34" charset="0"/>
                <a:cs typeface="Calibri" panose="020F0502020204030204" pitchFamily="34" charset="0"/>
              </a:rPr>
              <a:t>Insight</a:t>
            </a:r>
            <a:r>
              <a:rPr kumimoji="1" lang="zh-CN" altLang="en-US" sz="2000">
                <a:latin typeface="Calibri" panose="020F0502020204030204" pitchFamily="34" charset="0"/>
                <a:cs typeface="Calibri" panose="020F0502020204030204" pitchFamily="34" charset="0"/>
              </a:rPr>
              <a:t>：</a:t>
            </a:r>
            <a:r>
              <a:rPr lang="zh-CN" altLang="zh-CN" sz="2000">
                <a:latin typeface="Calibri" panose="020F0502020204030204" pitchFamily="34" charset="0"/>
                <a:cs typeface="Calibri" panose="020F0502020204030204" pitchFamily="34" charset="0"/>
              </a:rPr>
              <a:t>Both companies compete in the same market, but with fundamentally different supply chain philosophies.</a:t>
            </a:r>
          </a:p>
          <a:p>
            <a:endParaRPr kumimoji="1" lang="zh-CN" altLang="en-US">
              <a:latin typeface="Calibri" panose="020F0502020204030204" pitchFamily="34" charset="0"/>
              <a:cs typeface="Calibri" panose="020F0502020204030204" pitchFamily="34" charset="0"/>
            </a:endParaRPr>
          </a:p>
        </p:txBody>
      </p:sp>
      <p:pic>
        <p:nvPicPr>
          <p:cNvPr id="9" name="图片 8">
            <a:extLst>
              <a:ext uri="{FF2B5EF4-FFF2-40B4-BE49-F238E27FC236}">
                <a16:creationId xmlns:a16="http://schemas.microsoft.com/office/drawing/2014/main" id="{37C09C6D-5FB0-4AEF-F55F-FE641661C27E}"/>
              </a:ext>
            </a:extLst>
          </p:cNvPr>
          <p:cNvPicPr>
            <a:picLocks noChangeAspect="1"/>
          </p:cNvPicPr>
          <p:nvPr/>
        </p:nvPicPr>
        <p:blipFill>
          <a:blip r:embed="rId2"/>
          <a:stretch>
            <a:fillRect/>
          </a:stretch>
        </p:blipFill>
        <p:spPr>
          <a:xfrm>
            <a:off x="8494175" y="1615356"/>
            <a:ext cx="3009900" cy="4229100"/>
          </a:xfrm>
          <a:prstGeom prst="rect">
            <a:avLst/>
          </a:prstGeom>
        </p:spPr>
      </p:pic>
      <p:sp>
        <p:nvSpPr>
          <p:cNvPr id="13" name="Shape 1">
            <a:extLst>
              <a:ext uri="{FF2B5EF4-FFF2-40B4-BE49-F238E27FC236}">
                <a16:creationId xmlns:a16="http://schemas.microsoft.com/office/drawing/2014/main" id="{AB337A42-852C-DA44-07DF-92FAFFCEEA9F}"/>
              </a:ext>
            </a:extLst>
          </p:cNvPr>
          <p:cNvSpPr/>
          <p:nvPr/>
        </p:nvSpPr>
        <p:spPr>
          <a:xfrm>
            <a:off x="502920" y="566928"/>
            <a:ext cx="11109960" cy="1"/>
          </a:xfrm>
          <a:prstGeom prst="line">
            <a:avLst/>
          </a:prstGeom>
          <a:noFill/>
          <a:ln w="12700">
            <a:solidFill>
              <a:srgbClr val="D8D0C2"/>
            </a:solidFill>
            <a:prstDash val="solid"/>
          </a:ln>
        </p:spPr>
      </p:sp>
      <p:sp>
        <p:nvSpPr>
          <p:cNvPr id="17" name="TextBox 11">
            <a:extLst>
              <a:ext uri="{FF2B5EF4-FFF2-40B4-BE49-F238E27FC236}">
                <a16:creationId xmlns:a16="http://schemas.microsoft.com/office/drawing/2014/main" id="{21C7CAA4-7BD8-F404-1C32-C79444DF9660}"/>
              </a:ext>
            </a:extLst>
          </p:cNvPr>
          <p:cNvSpPr txBox="1"/>
          <p:nvPr/>
        </p:nvSpPr>
        <p:spPr>
          <a:xfrm>
            <a:off x="396240" y="152400"/>
            <a:ext cx="5734903" cy="369332"/>
          </a:xfrm>
          <a:prstGeom prst="rect">
            <a:avLst/>
          </a:prstGeom>
          <a:noFill/>
        </p:spPr>
        <p:txBody>
          <a:bodyPr wrap="none" lIns="0" tIns="0" rIns="0" bIns="0" anchor="t">
            <a:spAutoFit/>
          </a:bodyPr>
          <a:lstStyle/>
          <a:p>
            <a:pPr>
              <a:buClrTx/>
              <a:buFontTx/>
            </a:pPr>
            <a:r>
              <a:rPr lang="en-US" sz="2400" b="1" spc="160">
                <a:solidFill>
                  <a:srgbClr val="165AA7"/>
                </a:solidFill>
                <a:latin typeface="Calibri"/>
                <a:ea typeface="Calibri"/>
                <a:cs typeface="Calibri"/>
              </a:rPr>
              <a:t>05</a:t>
            </a:r>
            <a:r>
              <a:rPr lang="en-US" sz="2400" b="1" i="0" u="none" kern="0" spc="160">
                <a:solidFill>
                  <a:srgbClr val="165AA7"/>
                </a:solidFill>
                <a:latin typeface="Calibri"/>
                <a:ea typeface="Calibri"/>
                <a:cs typeface="Calibri"/>
              </a:rPr>
              <a:t> /</a:t>
            </a:r>
            <a:r>
              <a:rPr lang="en-US" sz="2400" b="1" spc="160">
                <a:solidFill>
                  <a:srgbClr val="165AA7"/>
                </a:solidFill>
                <a:latin typeface="Calibri"/>
                <a:ea typeface="Calibri"/>
                <a:cs typeface="Calibri"/>
              </a:rPr>
              <a:t>Supply Chain Strategy Comparison </a:t>
            </a:r>
            <a:endParaRPr lang="en-US" sz="2400" b="1" i="0" u="none" kern="0" spc="160">
              <a:solidFill>
                <a:srgbClr val="165AA7"/>
              </a:solidFill>
              <a:latin typeface="Calibri"/>
              <a:ea typeface="Calibri"/>
              <a:cs typeface="Calibri"/>
            </a:endParaRPr>
          </a:p>
        </p:txBody>
      </p:sp>
    </p:spTree>
    <p:extLst>
      <p:ext uri="{BB962C8B-B14F-4D97-AF65-F5344CB8AC3E}">
        <p14:creationId xmlns:p14="http://schemas.microsoft.com/office/powerpoint/2010/main" val="1989944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2B0DB2EC-89A9-BF64-2214-FEC51834A249}"/>
              </a:ext>
            </a:extLst>
          </p:cNvPr>
          <p:cNvSpPr/>
          <p:nvPr/>
        </p:nvSpPr>
        <p:spPr>
          <a:xfrm>
            <a:off x="518160" y="777240"/>
            <a:ext cx="5303520" cy="4206240"/>
          </a:xfrm>
          <a:prstGeom prst="roundRect">
            <a:avLst/>
          </a:prstGeom>
          <a:solidFill>
            <a:srgbClr val="EBF3FC"/>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af-ZA" sz="2400" b="1">
                <a:solidFill>
                  <a:schemeClr val="tx1"/>
                </a:solidFill>
                <a:latin typeface="Calibri" panose="020F0502020204030204" pitchFamily="34" charset="0"/>
                <a:cs typeface="Calibri" panose="020F0502020204030204" pitchFamily="34" charset="0"/>
              </a:rPr>
              <a:t>IKEA – Push Strategy</a:t>
            </a:r>
            <a:endParaRPr lang="af-ZA" sz="2000">
              <a:solidFill>
                <a:schemeClr val="tx1"/>
              </a:solidFill>
              <a:latin typeface="Calibri" panose="020F0502020204030204" pitchFamily="34" charset="0"/>
              <a:cs typeface="Calibri" panose="020F0502020204030204" pitchFamily="34" charset="0"/>
            </a:endParaRPr>
          </a:p>
          <a:p>
            <a:r>
              <a:rPr lang="af-ZA" sz="2000">
                <a:solidFill>
                  <a:schemeClr val="tx1"/>
                </a:solidFill>
                <a:latin typeface="Calibri" panose="020F0502020204030204" pitchFamily="34" charset="0"/>
                <a:cs typeface="Calibri" panose="020F0502020204030204" pitchFamily="34" charset="0"/>
              </a:rPr>
              <a:t>Forecast Demand → Mass Production → Warehousing → Customers</a:t>
            </a:r>
          </a:p>
          <a:p>
            <a:endParaRPr lang="af-ZA" sz="2000">
              <a:solidFill>
                <a:schemeClr val="tx1"/>
              </a:solidFill>
              <a:latin typeface="Calibri" panose="020F0502020204030204" pitchFamily="34" charset="0"/>
              <a:cs typeface="Calibri" panose="020F0502020204030204" pitchFamily="34" charset="0"/>
            </a:endParaRPr>
          </a:p>
          <a:p>
            <a:r>
              <a:rPr lang="af-ZA" sz="2000">
                <a:solidFill>
                  <a:schemeClr val="tx1"/>
                </a:solidFill>
                <a:latin typeface="Calibri" panose="020F0502020204030204" pitchFamily="34" charset="0"/>
                <a:cs typeface="Calibri" panose="020F0502020204030204" pitchFamily="34" charset="0"/>
              </a:rPr>
              <a:t>Advantages</a:t>
            </a:r>
          </a:p>
          <a:p>
            <a:r>
              <a:rPr lang="af-ZA" sz="2000">
                <a:solidFill>
                  <a:schemeClr val="tx1"/>
                </a:solidFill>
                <a:latin typeface="Calibri" panose="020F0502020204030204" pitchFamily="34" charset="0"/>
                <a:cs typeface="Calibri" panose="020F0502020204030204" pitchFamily="34" charset="0"/>
              </a:rPr>
              <a:t>• Lower Cost</a:t>
            </a:r>
          </a:p>
          <a:p>
            <a:r>
              <a:rPr lang="af-ZA" sz="2000">
                <a:solidFill>
                  <a:schemeClr val="tx1"/>
                </a:solidFill>
                <a:latin typeface="Calibri" panose="020F0502020204030204" pitchFamily="34" charset="0"/>
                <a:cs typeface="Calibri" panose="020F0502020204030204" pitchFamily="34" charset="0"/>
              </a:rPr>
              <a:t>• Economies of Scale</a:t>
            </a:r>
          </a:p>
          <a:p>
            <a:r>
              <a:rPr lang="af-ZA" sz="2000">
                <a:solidFill>
                  <a:schemeClr val="tx1"/>
                </a:solidFill>
                <a:latin typeface="Calibri" panose="020F0502020204030204" pitchFamily="34" charset="0"/>
                <a:cs typeface="Calibri" panose="020F0502020204030204" pitchFamily="34" charset="0"/>
              </a:rPr>
              <a:t>• Stable Supply</a:t>
            </a:r>
          </a:p>
          <a:p>
            <a:endParaRPr lang="af-ZA" sz="2000">
              <a:solidFill>
                <a:schemeClr val="tx1"/>
              </a:solidFill>
              <a:latin typeface="Calibri" panose="020F0502020204030204" pitchFamily="34" charset="0"/>
              <a:cs typeface="Calibri" panose="020F0502020204030204" pitchFamily="34" charset="0"/>
            </a:endParaRPr>
          </a:p>
          <a:p>
            <a:r>
              <a:rPr lang="af-ZA" sz="2000">
                <a:solidFill>
                  <a:schemeClr val="tx1"/>
                </a:solidFill>
                <a:latin typeface="Calibri" panose="020F0502020204030204" pitchFamily="34" charset="0"/>
                <a:cs typeface="Calibri" panose="020F0502020204030204" pitchFamily="34" charset="0"/>
              </a:rPr>
              <a:t>Disadvantages</a:t>
            </a:r>
          </a:p>
          <a:p>
            <a:r>
              <a:rPr lang="af-ZA" sz="2000">
                <a:solidFill>
                  <a:schemeClr val="tx1"/>
                </a:solidFill>
                <a:latin typeface="Calibri" panose="020F0502020204030204" pitchFamily="34" charset="0"/>
                <a:cs typeface="Calibri" panose="020F0502020204030204" pitchFamily="34" charset="0"/>
              </a:rPr>
              <a:t>• Overstock Risk</a:t>
            </a:r>
          </a:p>
          <a:p>
            <a:r>
              <a:rPr lang="af-ZA" sz="2000">
                <a:solidFill>
                  <a:schemeClr val="tx1"/>
                </a:solidFill>
                <a:latin typeface="Calibri" panose="020F0502020204030204" pitchFamily="34" charset="0"/>
                <a:cs typeface="Calibri" panose="020F0502020204030204" pitchFamily="34" charset="0"/>
              </a:rPr>
              <a:t>• Slow Response to Demand Changes</a:t>
            </a:r>
          </a:p>
        </p:txBody>
      </p:sp>
      <p:sp>
        <p:nvSpPr>
          <p:cNvPr id="8" name="Rounded Rectangle 4">
            <a:extLst>
              <a:ext uri="{FF2B5EF4-FFF2-40B4-BE49-F238E27FC236}">
                <a16:creationId xmlns:a16="http://schemas.microsoft.com/office/drawing/2014/main" id="{22E87643-A9DB-468F-4027-B773AFE38043}"/>
              </a:ext>
            </a:extLst>
          </p:cNvPr>
          <p:cNvSpPr/>
          <p:nvPr/>
        </p:nvSpPr>
        <p:spPr>
          <a:xfrm>
            <a:off x="6370320" y="777240"/>
            <a:ext cx="5303520" cy="4206240"/>
          </a:xfrm>
          <a:prstGeom prst="roundRect">
            <a:avLst/>
          </a:prstGeom>
          <a:solidFill>
            <a:srgbClr val="F8EFEA"/>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af-ZA" sz="2400" b="1">
                <a:solidFill>
                  <a:schemeClr val="tx1"/>
                </a:solidFill>
                <a:latin typeface="Calibri" panose="020F0502020204030204" pitchFamily="34" charset="0"/>
                <a:cs typeface="Calibri" panose="020F0502020204030204" pitchFamily="34" charset="0"/>
              </a:rPr>
              <a:t>MUJI – Push-Pull Hybrid</a:t>
            </a:r>
          </a:p>
          <a:p>
            <a:r>
              <a:rPr lang="af-ZA" sz="2000">
                <a:solidFill>
                  <a:schemeClr val="tx1"/>
                </a:solidFill>
                <a:latin typeface="Calibri" panose="020F0502020204030204" pitchFamily="34" charset="0"/>
                <a:cs typeface="Calibri" panose="020F0502020204030204" pitchFamily="34" charset="0"/>
              </a:rPr>
              <a:t>Basic Inventory → Demand Monitoring → Replenishment → Customers</a:t>
            </a:r>
          </a:p>
          <a:p>
            <a:endParaRPr lang="af-ZA" sz="2000">
              <a:solidFill>
                <a:schemeClr val="tx1"/>
              </a:solidFill>
              <a:latin typeface="Calibri" panose="020F0502020204030204" pitchFamily="34" charset="0"/>
              <a:cs typeface="Calibri" panose="020F0502020204030204" pitchFamily="34" charset="0"/>
            </a:endParaRPr>
          </a:p>
          <a:p>
            <a:r>
              <a:rPr lang="af-ZA" sz="2000">
                <a:solidFill>
                  <a:schemeClr val="tx1"/>
                </a:solidFill>
                <a:latin typeface="Calibri" panose="020F0502020204030204" pitchFamily="34" charset="0"/>
                <a:cs typeface="Calibri" panose="020F0502020204030204" pitchFamily="34" charset="0"/>
              </a:rPr>
              <a:t>Advantages</a:t>
            </a:r>
          </a:p>
          <a:p>
            <a:r>
              <a:rPr lang="af-ZA" sz="2000">
                <a:solidFill>
                  <a:schemeClr val="tx1"/>
                </a:solidFill>
                <a:latin typeface="Calibri" panose="020F0502020204030204" pitchFamily="34" charset="0"/>
                <a:cs typeface="Calibri" panose="020F0502020204030204" pitchFamily="34" charset="0"/>
              </a:rPr>
              <a:t>• Higher Flexibility</a:t>
            </a:r>
          </a:p>
          <a:p>
            <a:r>
              <a:rPr lang="af-ZA" sz="2000">
                <a:solidFill>
                  <a:schemeClr val="tx1"/>
                </a:solidFill>
                <a:latin typeface="Calibri" panose="020F0502020204030204" pitchFamily="34" charset="0"/>
                <a:cs typeface="Calibri" panose="020F0502020204030204" pitchFamily="34" charset="0"/>
              </a:rPr>
              <a:t>• Faster Response</a:t>
            </a:r>
          </a:p>
          <a:p>
            <a:r>
              <a:rPr lang="af-ZA" sz="2000">
                <a:solidFill>
                  <a:schemeClr val="tx1"/>
                </a:solidFill>
                <a:latin typeface="Calibri" panose="020F0502020204030204" pitchFamily="34" charset="0"/>
                <a:cs typeface="Calibri" panose="020F0502020204030204" pitchFamily="34" charset="0"/>
              </a:rPr>
              <a:t>• Lower Inventory Pressure</a:t>
            </a:r>
          </a:p>
          <a:p>
            <a:endParaRPr lang="af-ZA" sz="2000">
              <a:solidFill>
                <a:schemeClr val="tx1"/>
              </a:solidFill>
              <a:latin typeface="Calibri" panose="020F0502020204030204" pitchFamily="34" charset="0"/>
              <a:cs typeface="Calibri" panose="020F0502020204030204" pitchFamily="34" charset="0"/>
            </a:endParaRPr>
          </a:p>
          <a:p>
            <a:r>
              <a:rPr lang="af-ZA" sz="2000">
                <a:solidFill>
                  <a:schemeClr val="tx1"/>
                </a:solidFill>
                <a:latin typeface="Calibri" panose="020F0502020204030204" pitchFamily="34" charset="0"/>
                <a:cs typeface="Calibri" panose="020F0502020204030204" pitchFamily="34" charset="0"/>
              </a:rPr>
              <a:t>Disadvantages</a:t>
            </a:r>
          </a:p>
          <a:p>
            <a:r>
              <a:rPr lang="af-ZA" sz="2000">
                <a:solidFill>
                  <a:schemeClr val="tx1"/>
                </a:solidFill>
                <a:latin typeface="Calibri" panose="020F0502020204030204" pitchFamily="34" charset="0"/>
                <a:cs typeface="Calibri" panose="020F0502020204030204" pitchFamily="34" charset="0"/>
              </a:rPr>
              <a:t>• Higher Operating Cost</a:t>
            </a:r>
          </a:p>
          <a:p>
            <a:r>
              <a:rPr lang="af-ZA" sz="2000">
                <a:solidFill>
                  <a:schemeClr val="tx1"/>
                </a:solidFill>
                <a:latin typeface="Calibri" panose="020F0502020204030204" pitchFamily="34" charset="0"/>
                <a:cs typeface="Calibri" panose="020F0502020204030204" pitchFamily="34" charset="0"/>
              </a:rPr>
              <a:t>• Stock-out Risk</a:t>
            </a:r>
          </a:p>
        </p:txBody>
      </p:sp>
      <p:sp>
        <p:nvSpPr>
          <p:cNvPr id="9" name="Rounded Rectangle 5">
            <a:extLst>
              <a:ext uri="{FF2B5EF4-FFF2-40B4-BE49-F238E27FC236}">
                <a16:creationId xmlns:a16="http://schemas.microsoft.com/office/drawing/2014/main" id="{0C42843B-DB6C-9FF3-E1CE-A723846A4DF1}"/>
              </a:ext>
            </a:extLst>
          </p:cNvPr>
          <p:cNvSpPr/>
          <p:nvPr/>
        </p:nvSpPr>
        <p:spPr>
          <a:xfrm>
            <a:off x="1066800" y="5349240"/>
            <a:ext cx="10058400" cy="731520"/>
          </a:xfrm>
          <a:prstGeom prst="roundRect">
            <a:avLst/>
          </a:prstGeom>
          <a:solidFill>
            <a:srgbClr val="0058A3"/>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af-ZA" b="1">
                <a:latin typeface="Calibri" panose="020F0502020204030204" pitchFamily="34" charset="0"/>
                <a:cs typeface="Calibri" panose="020F0502020204030204" pitchFamily="34" charset="0"/>
              </a:rPr>
              <a:t>Key Finding: IKEA sacrifices flexibility for efficiency, while MUJI sacrifices efficiency for flexibility.</a:t>
            </a:r>
          </a:p>
        </p:txBody>
      </p:sp>
      <p:sp>
        <p:nvSpPr>
          <p:cNvPr id="6" name="Shape 1">
            <a:extLst>
              <a:ext uri="{FF2B5EF4-FFF2-40B4-BE49-F238E27FC236}">
                <a16:creationId xmlns:a16="http://schemas.microsoft.com/office/drawing/2014/main" id="{30549AA9-A314-4D67-270F-1DC25A40CF64}"/>
              </a:ext>
            </a:extLst>
          </p:cNvPr>
          <p:cNvSpPr/>
          <p:nvPr/>
        </p:nvSpPr>
        <p:spPr>
          <a:xfrm>
            <a:off x="502920" y="566928"/>
            <a:ext cx="11109960" cy="1"/>
          </a:xfrm>
          <a:prstGeom prst="line">
            <a:avLst/>
          </a:prstGeom>
          <a:noFill/>
          <a:ln w="12700">
            <a:solidFill>
              <a:srgbClr val="D8D0C2"/>
            </a:solidFill>
            <a:prstDash val="solid"/>
          </a:ln>
        </p:spPr>
      </p:sp>
      <p:sp>
        <p:nvSpPr>
          <p:cNvPr id="11" name="TextBox 11">
            <a:extLst>
              <a:ext uri="{FF2B5EF4-FFF2-40B4-BE49-F238E27FC236}">
                <a16:creationId xmlns:a16="http://schemas.microsoft.com/office/drawing/2014/main" id="{25C28F3A-5945-45CE-177E-655DD65ADB37}"/>
              </a:ext>
            </a:extLst>
          </p:cNvPr>
          <p:cNvSpPr txBox="1"/>
          <p:nvPr/>
        </p:nvSpPr>
        <p:spPr>
          <a:xfrm>
            <a:off x="396240" y="152400"/>
            <a:ext cx="5057475" cy="369332"/>
          </a:xfrm>
          <a:prstGeom prst="rect">
            <a:avLst/>
          </a:prstGeom>
          <a:noFill/>
        </p:spPr>
        <p:txBody>
          <a:bodyPr wrap="none" lIns="0" tIns="0" rIns="0" bIns="0" anchor="t">
            <a:spAutoFit/>
          </a:bodyPr>
          <a:lstStyle/>
          <a:p>
            <a:pPr>
              <a:buClrTx/>
              <a:buFontTx/>
            </a:pPr>
            <a:r>
              <a:rPr lang="en-US" sz="2400" b="1" spc="160">
                <a:solidFill>
                  <a:srgbClr val="165AA7"/>
                </a:solidFill>
                <a:latin typeface="Calibri"/>
                <a:ea typeface="Calibri"/>
                <a:cs typeface="Calibri"/>
              </a:rPr>
              <a:t>05</a:t>
            </a:r>
            <a:r>
              <a:rPr lang="en-US" sz="2400" b="1" i="0" u="none" kern="0" spc="160">
                <a:solidFill>
                  <a:srgbClr val="165AA7"/>
                </a:solidFill>
                <a:latin typeface="Calibri"/>
                <a:ea typeface="Calibri"/>
                <a:cs typeface="Calibri"/>
              </a:rPr>
              <a:t> /</a:t>
            </a:r>
            <a:r>
              <a:rPr lang="en-US" sz="2400" b="1" spc="160">
                <a:solidFill>
                  <a:srgbClr val="165AA7"/>
                </a:solidFill>
                <a:latin typeface="Calibri"/>
                <a:ea typeface="Calibri"/>
                <a:cs typeface="Calibri"/>
              </a:rPr>
              <a:t>Push vs Pull Strategy Analysis </a:t>
            </a:r>
            <a:endParaRPr lang="en-US" sz="2400" b="1" i="0" u="none" kern="0" spc="160">
              <a:solidFill>
                <a:srgbClr val="165AA7"/>
              </a:solidFill>
              <a:latin typeface="Calibri"/>
              <a:ea typeface="Calibri"/>
              <a:cs typeface="Calibri"/>
            </a:endParaRPr>
          </a:p>
        </p:txBody>
      </p:sp>
    </p:spTree>
    <p:extLst>
      <p:ext uri="{BB962C8B-B14F-4D97-AF65-F5344CB8AC3E}">
        <p14:creationId xmlns:p14="http://schemas.microsoft.com/office/powerpoint/2010/main" val="1212523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345777EC-F075-4ECB-31C7-AED1CEC5B8E1}"/>
              </a:ext>
            </a:extLst>
          </p:cNvPr>
          <p:cNvSpPr txBox="1"/>
          <p:nvPr/>
        </p:nvSpPr>
        <p:spPr>
          <a:xfrm>
            <a:off x="426720" y="571500"/>
            <a:ext cx="11430000"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b="1">
                <a:latin typeface="Calibri" panose="020F0502020204030204" pitchFamily="34" charset="0"/>
                <a:cs typeface="Calibri" panose="020F0502020204030204" pitchFamily="34" charset="0"/>
              </a:rPr>
              <a:t>Executive Summary: IKEA leads in cost efficiency, while MUJI outperforms in flexibility, responsiveness, sustainability, and resilience.</a:t>
            </a:r>
          </a:p>
        </p:txBody>
      </p:sp>
      <p:pic>
        <p:nvPicPr>
          <p:cNvPr id="8" name="Picture 3">
            <a:extLst>
              <a:ext uri="{FF2B5EF4-FFF2-40B4-BE49-F238E27FC236}">
                <a16:creationId xmlns:a16="http://schemas.microsoft.com/office/drawing/2014/main" id="{6451B68D-776F-D4AE-4B13-355EF5D792F2}"/>
              </a:ext>
            </a:extLst>
          </p:cNvPr>
          <p:cNvPicPr>
            <a:picLocks noChangeAspect="1"/>
          </p:cNvPicPr>
          <p:nvPr/>
        </p:nvPicPr>
        <p:blipFill>
          <a:blip r:embed="rId2"/>
          <a:stretch>
            <a:fillRect/>
          </a:stretch>
        </p:blipFill>
        <p:spPr>
          <a:xfrm>
            <a:off x="335280" y="1234440"/>
            <a:ext cx="5229736" cy="4389120"/>
          </a:xfrm>
          <a:prstGeom prst="rect">
            <a:avLst/>
          </a:prstGeom>
        </p:spPr>
      </p:pic>
      <p:sp>
        <p:nvSpPr>
          <p:cNvPr id="9" name="TextBox 4">
            <a:extLst>
              <a:ext uri="{FF2B5EF4-FFF2-40B4-BE49-F238E27FC236}">
                <a16:creationId xmlns:a16="http://schemas.microsoft.com/office/drawing/2014/main" id="{D6D36466-96C0-7E0C-627C-EAE468A75214}"/>
              </a:ext>
            </a:extLst>
          </p:cNvPr>
          <p:cNvSpPr txBox="1">
            <a:spLocks/>
          </p:cNvSpPr>
          <p:nvPr/>
        </p:nvSpPr>
        <p:spPr>
          <a:xfrm>
            <a:off x="6936910" y="1124058"/>
            <a:ext cx="5705854" cy="193899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2000" b="1"/>
              <a:t>            </a:t>
            </a:r>
            <a:r>
              <a:rPr lang="en-US" altLang="zh-CN" sz="2000" b="1"/>
              <a:t>🏆</a:t>
            </a:r>
            <a:r>
              <a:rPr lang="zh-CN" altLang="en-US" sz="2000" b="1"/>
              <a:t> </a:t>
            </a:r>
            <a:r>
              <a:rPr sz="2000" b="1"/>
              <a:t>Winner </a:t>
            </a:r>
            <a:r>
              <a:rPr lang="en-US" altLang="zh-CN" sz="2000" b="1"/>
              <a:t>Scorecard</a:t>
            </a:r>
            <a:endParaRPr sz="2000"/>
          </a:p>
          <a:p>
            <a:r>
              <a:rPr sz="2000"/>
              <a:t>Cost Efficiency</a:t>
            </a:r>
            <a:r>
              <a:rPr lang="zh-CN" altLang="en-US" sz="2000"/>
              <a:t>       </a:t>
            </a:r>
            <a:endParaRPr sz="2000"/>
          </a:p>
          <a:p>
            <a:r>
              <a:rPr sz="2000"/>
              <a:t>Flexibility</a:t>
            </a:r>
            <a:r>
              <a:rPr lang="zh-CN" altLang="en-US" sz="2000"/>
              <a:t>                </a:t>
            </a:r>
            <a:endParaRPr sz="2000"/>
          </a:p>
          <a:p>
            <a:r>
              <a:rPr sz="2000"/>
              <a:t>Responsiveness</a:t>
            </a:r>
            <a:r>
              <a:rPr lang="zh-CN" altLang="en-US" sz="2000"/>
              <a:t>   </a:t>
            </a:r>
            <a:endParaRPr sz="2000"/>
          </a:p>
          <a:p>
            <a:r>
              <a:rPr sz="2000"/>
              <a:t>Sustainability</a:t>
            </a:r>
            <a:r>
              <a:rPr lang="zh-CN" altLang="en-US" sz="2000"/>
              <a:t>         </a:t>
            </a:r>
            <a:endParaRPr sz="2000"/>
          </a:p>
          <a:p>
            <a:r>
              <a:rPr sz="2000"/>
              <a:t>Resilience</a:t>
            </a:r>
            <a:r>
              <a:rPr lang="zh-CN" altLang="en-US" sz="2000"/>
              <a:t>               </a:t>
            </a:r>
            <a:endParaRPr sz="2000"/>
          </a:p>
        </p:txBody>
      </p:sp>
      <p:sp>
        <p:nvSpPr>
          <p:cNvPr id="11" name="TextBox 6">
            <a:extLst>
              <a:ext uri="{FF2B5EF4-FFF2-40B4-BE49-F238E27FC236}">
                <a16:creationId xmlns:a16="http://schemas.microsoft.com/office/drawing/2014/main" id="{BE9D0E02-9BA3-13FA-DE59-32AD79859325}"/>
              </a:ext>
            </a:extLst>
          </p:cNvPr>
          <p:cNvSpPr txBox="1"/>
          <p:nvPr/>
        </p:nvSpPr>
        <p:spPr>
          <a:xfrm>
            <a:off x="609599" y="5783580"/>
            <a:ext cx="11148127" cy="923330"/>
          </a:xfrm>
          <a:prstGeom prst="rect">
            <a:avLst/>
          </a:prstGeom>
          <a:solidFill>
            <a:srgbClr val="F8F4F0"/>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b="1">
                <a:latin typeface="Calibri" panose="020F0502020204030204" pitchFamily="34" charset="0"/>
                <a:cs typeface="Calibri" panose="020F0502020204030204" pitchFamily="34" charset="0"/>
              </a:rPr>
              <a:t>Key Takeaway: </a:t>
            </a:r>
          </a:p>
          <a:p>
            <a:r>
              <a:rPr lang="af-ZA" b="1">
                <a:latin typeface="Calibri" panose="020F0502020204030204" pitchFamily="34" charset="0"/>
                <a:cs typeface="Calibri" panose="020F0502020204030204" pitchFamily="34" charset="0"/>
              </a:rPr>
              <a:t>Future supply chain success depends on balancing efficiency, flexibility, and sustainability rather than maximizing only one dimension.</a:t>
            </a:r>
          </a:p>
        </p:txBody>
      </p:sp>
      <p:sp>
        <p:nvSpPr>
          <p:cNvPr id="13" name="文本框 12">
            <a:extLst>
              <a:ext uri="{FF2B5EF4-FFF2-40B4-BE49-F238E27FC236}">
                <a16:creationId xmlns:a16="http://schemas.microsoft.com/office/drawing/2014/main" id="{696DC477-5C2F-DF6A-6965-468DE4E37D22}"/>
              </a:ext>
            </a:extLst>
          </p:cNvPr>
          <p:cNvSpPr txBox="1"/>
          <p:nvPr/>
        </p:nvSpPr>
        <p:spPr>
          <a:xfrm>
            <a:off x="9101418" y="1494605"/>
            <a:ext cx="1528550" cy="1908215"/>
          </a:xfrm>
          <a:prstGeom prst="rect">
            <a:avLst/>
          </a:prstGeom>
          <a:noFill/>
        </p:spPr>
        <p:txBody>
          <a:bodyPr wrap="square" rtlCol="0">
            <a:spAutoFit/>
          </a:bodyPr>
          <a:lstStyle/>
          <a:p>
            <a:r>
              <a:rPr lang="zh-CN" altLang="en-US" sz="2000">
                <a:latin typeface="Calibri" panose="020F0502020204030204" pitchFamily="34" charset="0"/>
                <a:cs typeface="Calibri" panose="020F0502020204030204" pitchFamily="34" charset="0"/>
              </a:rPr>
              <a:t>🟦</a:t>
            </a:r>
            <a:r>
              <a:rPr lang="en" altLang="zh-CN" sz="2000">
                <a:latin typeface="Calibri" panose="020F0502020204030204" pitchFamily="34" charset="0"/>
                <a:cs typeface="Calibri" panose="020F0502020204030204" pitchFamily="34" charset="0"/>
              </a:rPr>
              <a:t>IKEA</a:t>
            </a:r>
          </a:p>
          <a:p>
            <a:r>
              <a:rPr lang="zh-CN" altLang="en-US" sz="2000">
                <a:latin typeface="Calibri" panose="020F0502020204030204" pitchFamily="34" charset="0"/>
                <a:cs typeface="Calibri" panose="020F0502020204030204" pitchFamily="34" charset="0"/>
              </a:rPr>
              <a:t>🟫</a:t>
            </a:r>
            <a:r>
              <a:rPr lang="en" altLang="zh-CN" sz="2000">
                <a:latin typeface="Calibri" panose="020F0502020204030204" pitchFamily="34" charset="0"/>
                <a:cs typeface="Calibri" panose="020F0502020204030204" pitchFamily="34" charset="0"/>
              </a:rPr>
              <a:t>MUJI</a:t>
            </a:r>
          </a:p>
          <a:p>
            <a:r>
              <a:rPr lang="zh-CN" altLang="en-US" sz="2000">
                <a:latin typeface="Calibri" panose="020F0502020204030204" pitchFamily="34" charset="0"/>
                <a:cs typeface="Calibri" panose="020F0502020204030204" pitchFamily="34" charset="0"/>
              </a:rPr>
              <a:t>🟫</a:t>
            </a:r>
            <a:r>
              <a:rPr lang="en" altLang="zh-CN" sz="2000">
                <a:latin typeface="Calibri" panose="020F0502020204030204" pitchFamily="34" charset="0"/>
                <a:cs typeface="Calibri" panose="020F0502020204030204" pitchFamily="34" charset="0"/>
              </a:rPr>
              <a:t>MUJI</a:t>
            </a:r>
          </a:p>
          <a:p>
            <a:r>
              <a:rPr lang="zh-CN" altLang="en-US" sz="2000">
                <a:latin typeface="Calibri" panose="020F0502020204030204" pitchFamily="34" charset="0"/>
                <a:cs typeface="Calibri" panose="020F0502020204030204" pitchFamily="34" charset="0"/>
              </a:rPr>
              <a:t>🟫</a:t>
            </a:r>
            <a:r>
              <a:rPr lang="en" altLang="zh-CN" sz="2000">
                <a:latin typeface="Calibri" panose="020F0502020204030204" pitchFamily="34" charset="0"/>
                <a:cs typeface="Calibri" panose="020F0502020204030204" pitchFamily="34" charset="0"/>
              </a:rPr>
              <a:t>MUJI</a:t>
            </a:r>
          </a:p>
          <a:p>
            <a:r>
              <a:rPr lang="zh-CN" altLang="en-US" sz="2000">
                <a:latin typeface="Calibri" panose="020F0502020204030204" pitchFamily="34" charset="0"/>
                <a:cs typeface="Calibri" panose="020F0502020204030204" pitchFamily="34" charset="0"/>
              </a:rPr>
              <a:t>🟫</a:t>
            </a:r>
            <a:r>
              <a:rPr lang="en" altLang="zh-CN" sz="2000">
                <a:latin typeface="Calibri" panose="020F0502020204030204" pitchFamily="34" charset="0"/>
                <a:cs typeface="Calibri" panose="020F0502020204030204" pitchFamily="34" charset="0"/>
              </a:rPr>
              <a:t>MUJI</a:t>
            </a:r>
          </a:p>
          <a:p>
            <a:endParaRPr kumimoji="1" lang="zh-CN" altLang="en-US">
              <a:latin typeface="Calibri" panose="020F0502020204030204" pitchFamily="34" charset="0"/>
              <a:cs typeface="Calibri" panose="020F0502020204030204" pitchFamily="34" charset="0"/>
            </a:endParaRPr>
          </a:p>
        </p:txBody>
      </p:sp>
      <p:sp>
        <p:nvSpPr>
          <p:cNvPr id="17" name="圆角矩形 16">
            <a:extLst>
              <a:ext uri="{FF2B5EF4-FFF2-40B4-BE49-F238E27FC236}">
                <a16:creationId xmlns:a16="http://schemas.microsoft.com/office/drawing/2014/main" id="{155C3951-1098-8202-810C-DA1F72E6F684}"/>
              </a:ext>
            </a:extLst>
          </p:cNvPr>
          <p:cNvSpPr/>
          <p:nvPr/>
        </p:nvSpPr>
        <p:spPr>
          <a:xfrm>
            <a:off x="6077504" y="3742590"/>
            <a:ext cx="2421678" cy="1628952"/>
          </a:xfrm>
          <a:prstGeom prst="roundRect">
            <a:avLst/>
          </a:prstGeom>
          <a:solidFill>
            <a:srgbClr val="0058A3"/>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Calibri" panose="020F0502020204030204" pitchFamily="34" charset="0"/>
              <a:cs typeface="Calibri" panose="020F0502020204030204" pitchFamily="34" charset="0"/>
            </a:endParaRPr>
          </a:p>
        </p:txBody>
      </p:sp>
      <p:sp>
        <p:nvSpPr>
          <p:cNvPr id="10" name="TextBox 5">
            <a:extLst>
              <a:ext uri="{FF2B5EF4-FFF2-40B4-BE49-F238E27FC236}">
                <a16:creationId xmlns:a16="http://schemas.microsoft.com/office/drawing/2014/main" id="{0BCC7EA3-A346-5C44-9331-5827E4B4A892}"/>
              </a:ext>
            </a:extLst>
          </p:cNvPr>
          <p:cNvSpPr txBox="1"/>
          <p:nvPr/>
        </p:nvSpPr>
        <p:spPr>
          <a:xfrm>
            <a:off x="6268941" y="3956901"/>
            <a:ext cx="2103930"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a:solidFill>
                  <a:schemeClr val="bg1"/>
                </a:solidFill>
                <a:latin typeface="Calibri" panose="020F0502020204030204" pitchFamily="34" charset="0"/>
                <a:cs typeface="Calibri" panose="020F0502020204030204" pitchFamily="34" charset="0"/>
              </a:rPr>
              <a:t>IKEA</a:t>
            </a:r>
          </a:p>
          <a:p>
            <a:r>
              <a:rPr lang="af-ZA">
                <a:solidFill>
                  <a:schemeClr val="bg1"/>
                </a:solidFill>
                <a:latin typeface="Calibri" panose="020F0502020204030204" pitchFamily="34" charset="0"/>
                <a:cs typeface="Calibri" panose="020F0502020204030204" pitchFamily="34" charset="0"/>
              </a:rPr>
              <a:t>• Scale</a:t>
            </a:r>
          </a:p>
          <a:p>
            <a:r>
              <a:rPr lang="af-ZA">
                <a:solidFill>
                  <a:schemeClr val="bg1"/>
                </a:solidFill>
                <a:latin typeface="Calibri" panose="020F0502020204030204" pitchFamily="34" charset="0"/>
                <a:cs typeface="Calibri" panose="020F0502020204030204" pitchFamily="34" charset="0"/>
              </a:rPr>
              <a:t>• Efficiency</a:t>
            </a:r>
          </a:p>
          <a:p>
            <a:r>
              <a:rPr lang="af-ZA">
                <a:solidFill>
                  <a:schemeClr val="bg1"/>
                </a:solidFill>
                <a:latin typeface="Calibri" panose="020F0502020204030204" pitchFamily="34" charset="0"/>
                <a:cs typeface="Calibri" panose="020F0502020204030204" pitchFamily="34" charset="0"/>
              </a:rPr>
              <a:t>• Global Sourcing</a:t>
            </a:r>
          </a:p>
        </p:txBody>
      </p:sp>
      <p:sp>
        <p:nvSpPr>
          <p:cNvPr id="18" name="圆角矩形 17">
            <a:extLst>
              <a:ext uri="{FF2B5EF4-FFF2-40B4-BE49-F238E27FC236}">
                <a16:creationId xmlns:a16="http://schemas.microsoft.com/office/drawing/2014/main" id="{090488C1-F0DC-8732-0850-22A81C6B2B87}"/>
              </a:ext>
            </a:extLst>
          </p:cNvPr>
          <p:cNvSpPr/>
          <p:nvPr/>
        </p:nvSpPr>
        <p:spPr>
          <a:xfrm>
            <a:off x="9185305" y="3776900"/>
            <a:ext cx="2421678" cy="1628953"/>
          </a:xfrm>
          <a:prstGeom prst="roundRect">
            <a:avLst/>
          </a:prstGeom>
          <a:solidFill>
            <a:srgbClr val="7A4D2D"/>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Calibri" panose="020F0502020204030204" pitchFamily="34" charset="0"/>
              <a:cs typeface="Calibri" panose="020F0502020204030204" pitchFamily="34" charset="0"/>
            </a:endParaRPr>
          </a:p>
        </p:txBody>
      </p:sp>
      <p:sp>
        <p:nvSpPr>
          <p:cNvPr id="16" name="文本框 15">
            <a:extLst>
              <a:ext uri="{FF2B5EF4-FFF2-40B4-BE49-F238E27FC236}">
                <a16:creationId xmlns:a16="http://schemas.microsoft.com/office/drawing/2014/main" id="{B92AC9DA-46F0-FE7C-BE73-4FABE7FCBFEA}"/>
              </a:ext>
            </a:extLst>
          </p:cNvPr>
          <p:cNvSpPr txBox="1"/>
          <p:nvPr/>
        </p:nvSpPr>
        <p:spPr>
          <a:xfrm>
            <a:off x="9185305" y="3903077"/>
            <a:ext cx="2421678" cy="1200329"/>
          </a:xfrm>
          <a:prstGeom prst="rect">
            <a:avLst/>
          </a:prstGeom>
          <a:noFill/>
        </p:spPr>
        <p:txBody>
          <a:bodyPr wrap="square">
            <a:spAutoFit/>
          </a:bodyPr>
          <a:lstStyle/>
          <a:p>
            <a:r>
              <a:rPr lang="en" altLang="zh-CN" sz="1800">
                <a:latin typeface="Calibri" panose="020F0502020204030204" pitchFamily="34" charset="0"/>
                <a:cs typeface="Calibri" panose="020F0502020204030204" pitchFamily="34" charset="0"/>
              </a:rPr>
              <a:t>MUJI</a:t>
            </a:r>
          </a:p>
          <a:p>
            <a:r>
              <a:rPr lang="en" altLang="zh-CN" sz="1800">
                <a:latin typeface="Calibri" panose="020F0502020204030204" pitchFamily="34" charset="0"/>
                <a:cs typeface="Calibri" panose="020F0502020204030204" pitchFamily="34" charset="0"/>
              </a:rPr>
              <a:t>• Flexibility</a:t>
            </a:r>
          </a:p>
          <a:p>
            <a:r>
              <a:rPr lang="en" altLang="zh-CN" sz="1800">
                <a:latin typeface="Calibri" panose="020F0502020204030204" pitchFamily="34" charset="0"/>
                <a:cs typeface="Calibri" panose="020F0502020204030204" pitchFamily="34" charset="0"/>
              </a:rPr>
              <a:t>• Sustainability</a:t>
            </a:r>
          </a:p>
          <a:p>
            <a:r>
              <a:rPr lang="en" altLang="zh-CN" sz="1800">
                <a:latin typeface="Calibri" panose="020F0502020204030204" pitchFamily="34" charset="0"/>
                <a:cs typeface="Calibri" panose="020F0502020204030204" pitchFamily="34" charset="0"/>
              </a:rPr>
              <a:t>• Demand-Driven SCM</a:t>
            </a:r>
          </a:p>
        </p:txBody>
      </p:sp>
      <p:sp>
        <p:nvSpPr>
          <p:cNvPr id="19" name="文本框 18">
            <a:extLst>
              <a:ext uri="{FF2B5EF4-FFF2-40B4-BE49-F238E27FC236}">
                <a16:creationId xmlns:a16="http://schemas.microsoft.com/office/drawing/2014/main" id="{A1BDE8E9-B9E9-F9F0-55FB-A3048901E87A}"/>
              </a:ext>
            </a:extLst>
          </p:cNvPr>
          <p:cNvSpPr txBox="1"/>
          <p:nvPr/>
        </p:nvSpPr>
        <p:spPr>
          <a:xfrm>
            <a:off x="7806692" y="3269069"/>
            <a:ext cx="2589452" cy="400110"/>
          </a:xfrm>
          <a:prstGeom prst="rect">
            <a:avLst/>
          </a:prstGeom>
          <a:noFill/>
        </p:spPr>
        <p:txBody>
          <a:bodyPr wrap="square" rtlCol="0">
            <a:spAutoFit/>
          </a:bodyPr>
          <a:lstStyle/>
          <a:p>
            <a:r>
              <a:rPr kumimoji="1" lang="en-US" altLang="zh-CN" sz="2000" b="1">
                <a:latin typeface="Calibri" panose="020F0502020204030204" pitchFamily="34" charset="0"/>
                <a:cs typeface="Calibri" panose="020F0502020204030204" pitchFamily="34" charset="0"/>
              </a:rPr>
              <a:t>Strategic</a:t>
            </a:r>
            <a:r>
              <a:rPr kumimoji="1" lang="zh-CN" altLang="en-US" sz="2000" b="1">
                <a:latin typeface="Calibri" panose="020F0502020204030204" pitchFamily="34" charset="0"/>
                <a:cs typeface="Calibri" panose="020F0502020204030204" pitchFamily="34" charset="0"/>
              </a:rPr>
              <a:t> </a:t>
            </a:r>
            <a:r>
              <a:rPr kumimoji="1" lang="en-US" altLang="zh-CN" sz="2000" b="1">
                <a:latin typeface="Calibri" panose="020F0502020204030204" pitchFamily="34" charset="0"/>
                <a:cs typeface="Calibri" panose="020F0502020204030204" pitchFamily="34" charset="0"/>
              </a:rPr>
              <a:t>Strengths</a:t>
            </a:r>
            <a:endParaRPr kumimoji="1" lang="zh-CN" altLang="en-US" sz="2000" b="1">
              <a:latin typeface="Calibri" panose="020F0502020204030204" pitchFamily="34" charset="0"/>
              <a:cs typeface="Calibri" panose="020F0502020204030204" pitchFamily="34" charset="0"/>
            </a:endParaRPr>
          </a:p>
        </p:txBody>
      </p:sp>
      <p:sp>
        <p:nvSpPr>
          <p:cNvPr id="12" name="Shape 1">
            <a:extLst>
              <a:ext uri="{FF2B5EF4-FFF2-40B4-BE49-F238E27FC236}">
                <a16:creationId xmlns:a16="http://schemas.microsoft.com/office/drawing/2014/main" id="{3B406612-34CD-9800-C529-632C45EA69AD}"/>
              </a:ext>
            </a:extLst>
          </p:cNvPr>
          <p:cNvSpPr/>
          <p:nvPr/>
        </p:nvSpPr>
        <p:spPr>
          <a:xfrm>
            <a:off x="502920" y="566928"/>
            <a:ext cx="11109960" cy="1"/>
          </a:xfrm>
          <a:prstGeom prst="line">
            <a:avLst/>
          </a:prstGeom>
          <a:noFill/>
          <a:ln w="12700">
            <a:solidFill>
              <a:srgbClr val="D8D0C2"/>
            </a:solidFill>
            <a:prstDash val="solid"/>
          </a:ln>
        </p:spPr>
      </p:sp>
      <p:sp>
        <p:nvSpPr>
          <p:cNvPr id="15" name="TextBox 11">
            <a:extLst>
              <a:ext uri="{FF2B5EF4-FFF2-40B4-BE49-F238E27FC236}">
                <a16:creationId xmlns:a16="http://schemas.microsoft.com/office/drawing/2014/main" id="{999C9694-6D1D-E334-4EEF-F2D6A0D89F7F}"/>
              </a:ext>
            </a:extLst>
          </p:cNvPr>
          <p:cNvSpPr txBox="1"/>
          <p:nvPr/>
        </p:nvSpPr>
        <p:spPr>
          <a:xfrm>
            <a:off x="396240" y="152400"/>
            <a:ext cx="3959417" cy="369332"/>
          </a:xfrm>
          <a:prstGeom prst="rect">
            <a:avLst/>
          </a:prstGeom>
          <a:noFill/>
        </p:spPr>
        <p:txBody>
          <a:bodyPr wrap="none" lIns="0" tIns="0" rIns="0" bIns="0" anchor="t">
            <a:spAutoFit/>
          </a:bodyPr>
          <a:lstStyle/>
          <a:p>
            <a:pPr>
              <a:buClrTx/>
              <a:buFontTx/>
            </a:pPr>
            <a:r>
              <a:rPr lang="en-US" sz="2400" b="1" spc="160">
                <a:solidFill>
                  <a:srgbClr val="165AA7"/>
                </a:solidFill>
                <a:latin typeface="Calibri"/>
                <a:ea typeface="Calibri"/>
                <a:cs typeface="Calibri"/>
              </a:rPr>
              <a:t>05</a:t>
            </a:r>
            <a:r>
              <a:rPr lang="en-US" sz="2400" b="1" i="0" u="none" kern="0" spc="160">
                <a:solidFill>
                  <a:srgbClr val="165AA7"/>
                </a:solidFill>
                <a:latin typeface="Calibri"/>
                <a:ea typeface="Calibri"/>
                <a:cs typeface="Calibri"/>
              </a:rPr>
              <a:t> / </a:t>
            </a:r>
            <a:r>
              <a:rPr lang="en-US" sz="2400" b="1" spc="160">
                <a:solidFill>
                  <a:srgbClr val="165AA7"/>
                </a:solidFill>
                <a:latin typeface="Calibri"/>
                <a:ea typeface="Calibri"/>
                <a:cs typeface="Calibri"/>
              </a:rPr>
              <a:t>Who performs better?</a:t>
            </a:r>
            <a:endParaRPr lang="en-US" sz="2400" b="1" i="0" u="none" kern="0" spc="160">
              <a:solidFill>
                <a:srgbClr val="165AA7"/>
              </a:solidFill>
              <a:latin typeface="Calibri"/>
              <a:ea typeface="Calibri"/>
              <a:cs typeface="Calibri"/>
            </a:endParaRPr>
          </a:p>
        </p:txBody>
      </p:sp>
    </p:spTree>
    <p:extLst>
      <p:ext uri="{BB962C8B-B14F-4D97-AF65-F5344CB8AC3E}">
        <p14:creationId xmlns:p14="http://schemas.microsoft.com/office/powerpoint/2010/main" val="1736553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D9534B9-6B26-891F-6DC0-9EA10B5EA66E}"/>
              </a:ext>
            </a:extLst>
          </p:cNvPr>
          <p:cNvSpPr/>
          <p:nvPr/>
        </p:nvSpPr>
        <p:spPr>
          <a:xfrm>
            <a:off x="289560" y="1021976"/>
            <a:ext cx="3657600" cy="3092824"/>
          </a:xfrm>
          <a:prstGeom prst="rect">
            <a:avLst/>
          </a:prstGeom>
          <a:solidFill>
            <a:srgbClr val="0058A3"/>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sz="2000" b="1">
                <a:latin typeface="Calibri" panose="020F0502020204030204" pitchFamily="34" charset="0"/>
                <a:ea typeface="Songti SC" panose="02010600040101010101" pitchFamily="2" charset="-122"/>
                <a:cs typeface="Calibri" panose="020F0502020204030204" pitchFamily="34" charset="0"/>
              </a:rPr>
              <a:t>F</a:t>
            </a:r>
            <a:r>
              <a:rPr lang="en-US" altLang="zh-CN" sz="2000" b="1">
                <a:latin typeface="Calibri" panose="020F0502020204030204" pitchFamily="34" charset="0"/>
                <a:ea typeface="Songti SC" panose="02010600040101010101" pitchFamily="2" charset="-122"/>
                <a:cs typeface="Calibri" panose="020F0502020204030204" pitchFamily="34" charset="0"/>
              </a:rPr>
              <a:t>inding</a:t>
            </a:r>
            <a:r>
              <a:rPr lang="zh-CN" altLang="en-US" sz="2000" b="1">
                <a:latin typeface="Calibri" panose="020F0502020204030204" pitchFamily="34" charset="0"/>
                <a:ea typeface="Songti SC" panose="02010600040101010101" pitchFamily="2" charset="-122"/>
                <a:cs typeface="Calibri" panose="020F0502020204030204" pitchFamily="34" charset="0"/>
              </a:rPr>
              <a:t> </a:t>
            </a:r>
            <a:r>
              <a:rPr lang="en-US" altLang="zh-CN" sz="2000" b="1">
                <a:latin typeface="Calibri" panose="020F0502020204030204" pitchFamily="34" charset="0"/>
                <a:ea typeface="Songti SC" panose="02010600040101010101" pitchFamily="2" charset="-122"/>
                <a:cs typeface="Calibri" panose="020F0502020204030204" pitchFamily="34" charset="0"/>
              </a:rPr>
              <a:t>1</a:t>
            </a:r>
            <a:endParaRPr sz="2000" b="1">
              <a:latin typeface="Calibri" panose="020F0502020204030204" pitchFamily="34" charset="0"/>
              <a:ea typeface="Songti SC" panose="02010600040101010101" pitchFamily="2" charset="-122"/>
              <a:cs typeface="Calibri" panose="020F0502020204030204" pitchFamily="34" charset="0"/>
            </a:endParaRPr>
          </a:p>
          <a:p>
            <a:endParaRPr sz="2000">
              <a:latin typeface="Calibri" panose="020F0502020204030204" pitchFamily="34" charset="0"/>
              <a:cs typeface="Calibri" panose="020F0502020204030204" pitchFamily="34" charset="0"/>
            </a:endParaRPr>
          </a:p>
          <a:p>
            <a:r>
              <a:rPr sz="2000">
                <a:latin typeface="Calibri" panose="020F0502020204030204" pitchFamily="34" charset="0"/>
                <a:cs typeface="Calibri" panose="020F0502020204030204" pitchFamily="34" charset="0"/>
              </a:rPr>
              <a:t>IKEA's scale creates superior cost efficiency.</a:t>
            </a:r>
            <a:endParaRPr lang="zh-CN" altLang="en-US" sz="2000">
              <a:latin typeface="Calibri" panose="020F0502020204030204" pitchFamily="34" charset="0"/>
              <a:cs typeface="Calibri" panose="020F0502020204030204" pitchFamily="34" charset="0"/>
            </a:endParaRPr>
          </a:p>
          <a:p>
            <a:endParaRPr lang="zh-CN" altLang="en-US" sz="2000">
              <a:latin typeface="Calibri" panose="020F0502020204030204" pitchFamily="34" charset="0"/>
              <a:cs typeface="Calibri" panose="020F0502020204030204" pitchFamily="34" charset="0"/>
            </a:endParaRPr>
          </a:p>
          <a:p>
            <a:r>
              <a:rPr sz="2000">
                <a:latin typeface="Calibri" panose="020F0502020204030204" pitchFamily="34" charset="0"/>
                <a:cs typeface="Calibri" panose="020F0502020204030204" pitchFamily="34" charset="0"/>
              </a:rPr>
              <a:t>• Global sourcing</a:t>
            </a:r>
          </a:p>
          <a:p>
            <a:r>
              <a:rPr sz="2000">
                <a:latin typeface="Calibri" panose="020F0502020204030204" pitchFamily="34" charset="0"/>
                <a:cs typeface="Calibri" panose="020F0502020204030204" pitchFamily="34" charset="0"/>
              </a:rPr>
              <a:t>• Standardized operations</a:t>
            </a:r>
          </a:p>
          <a:p>
            <a:r>
              <a:rPr sz="2000">
                <a:latin typeface="Calibri" panose="020F0502020204030204" pitchFamily="34" charset="0"/>
                <a:cs typeface="Calibri" panose="020F0502020204030204" pitchFamily="34" charset="0"/>
              </a:rPr>
              <a:t>• Economies of scale</a:t>
            </a:r>
          </a:p>
        </p:txBody>
      </p:sp>
      <p:sp>
        <p:nvSpPr>
          <p:cNvPr id="8" name="Rectangle 3">
            <a:extLst>
              <a:ext uri="{FF2B5EF4-FFF2-40B4-BE49-F238E27FC236}">
                <a16:creationId xmlns:a16="http://schemas.microsoft.com/office/drawing/2014/main" id="{C61210DB-D888-EAF5-7CFA-4F1556D51642}"/>
              </a:ext>
            </a:extLst>
          </p:cNvPr>
          <p:cNvSpPr/>
          <p:nvPr/>
        </p:nvSpPr>
        <p:spPr>
          <a:xfrm>
            <a:off x="4267200" y="1021976"/>
            <a:ext cx="3657600" cy="3092824"/>
          </a:xfrm>
          <a:prstGeom prst="rect">
            <a:avLst/>
          </a:prstGeom>
          <a:solidFill>
            <a:srgbClr val="7A4E2D"/>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sz="2000" b="1">
                <a:latin typeface="Calibri" panose="020F0502020204030204" pitchFamily="34" charset="0"/>
                <a:ea typeface="Songti SC" panose="02010600040101010101" pitchFamily="2" charset="-122"/>
                <a:cs typeface="Calibri" panose="020F0502020204030204" pitchFamily="34" charset="0"/>
              </a:rPr>
              <a:t>F</a:t>
            </a:r>
            <a:r>
              <a:rPr lang="en-US" altLang="zh-CN" sz="2000" b="1">
                <a:latin typeface="Calibri" panose="020F0502020204030204" pitchFamily="34" charset="0"/>
                <a:ea typeface="Songti SC" panose="02010600040101010101" pitchFamily="2" charset="-122"/>
                <a:cs typeface="Calibri" panose="020F0502020204030204" pitchFamily="34" charset="0"/>
              </a:rPr>
              <a:t>inding</a:t>
            </a:r>
            <a:r>
              <a:rPr lang="zh-CN" altLang="en-US" sz="2000" b="1">
                <a:latin typeface="Calibri" panose="020F0502020204030204" pitchFamily="34" charset="0"/>
                <a:ea typeface="Songti SC" panose="02010600040101010101" pitchFamily="2" charset="-122"/>
                <a:cs typeface="Calibri" panose="020F0502020204030204" pitchFamily="34" charset="0"/>
              </a:rPr>
              <a:t> </a:t>
            </a:r>
            <a:r>
              <a:rPr lang="en-US" altLang="zh-CN" sz="2000" b="1">
                <a:latin typeface="Calibri" panose="020F0502020204030204" pitchFamily="34" charset="0"/>
                <a:ea typeface="Songti SC" panose="02010600040101010101" pitchFamily="2" charset="-122"/>
                <a:cs typeface="Calibri" panose="020F0502020204030204" pitchFamily="34" charset="0"/>
              </a:rPr>
              <a:t>2</a:t>
            </a:r>
            <a:endParaRPr sz="2000" b="1">
              <a:latin typeface="Calibri" panose="020F0502020204030204" pitchFamily="34" charset="0"/>
              <a:ea typeface="Songti SC" panose="02010600040101010101" pitchFamily="2" charset="-122"/>
              <a:cs typeface="Calibri" panose="020F0502020204030204" pitchFamily="34" charset="0"/>
            </a:endParaRPr>
          </a:p>
          <a:p>
            <a:endParaRPr>
              <a:latin typeface="Calibri" panose="020F0502020204030204" pitchFamily="34" charset="0"/>
              <a:cs typeface="Calibri" panose="020F0502020204030204" pitchFamily="34" charset="0"/>
            </a:endParaRPr>
          </a:p>
          <a:p>
            <a:r>
              <a:rPr sz="2000">
                <a:latin typeface="Calibri" panose="020F0502020204030204" pitchFamily="34" charset="0"/>
                <a:cs typeface="Calibri" panose="020F0502020204030204" pitchFamily="34" charset="0"/>
              </a:rPr>
              <a:t>MUJI's lean supply chain enables faster market response.</a:t>
            </a:r>
            <a:endParaRPr lang="zh-CN" altLang="en-US" sz="2000">
              <a:latin typeface="Calibri" panose="020F0502020204030204" pitchFamily="34" charset="0"/>
              <a:cs typeface="Calibri" panose="020F0502020204030204" pitchFamily="34" charset="0"/>
            </a:endParaRPr>
          </a:p>
          <a:p>
            <a:endParaRPr lang="zh-CN" altLang="en-US" sz="2000">
              <a:latin typeface="Calibri" panose="020F0502020204030204" pitchFamily="34" charset="0"/>
              <a:cs typeface="Calibri" panose="020F0502020204030204" pitchFamily="34" charset="0"/>
            </a:endParaRPr>
          </a:p>
          <a:p>
            <a:r>
              <a:rPr sz="2000">
                <a:latin typeface="Calibri" panose="020F0502020204030204" pitchFamily="34" charset="0"/>
                <a:cs typeface="Calibri" panose="020F0502020204030204" pitchFamily="34" charset="0"/>
              </a:rPr>
              <a:t>• Demand-driven</a:t>
            </a:r>
            <a:r>
              <a:rPr lang="zh-CN" altLang="en-US" sz="2000">
                <a:latin typeface="Calibri" panose="020F0502020204030204" pitchFamily="34" charset="0"/>
                <a:cs typeface="Calibri" panose="020F0502020204030204" pitchFamily="34" charset="0"/>
              </a:rPr>
              <a:t> </a:t>
            </a:r>
            <a:r>
              <a:rPr sz="2000">
                <a:latin typeface="Calibri" panose="020F0502020204030204" pitchFamily="34" charset="0"/>
                <a:cs typeface="Calibri" panose="020F0502020204030204" pitchFamily="34" charset="0"/>
              </a:rPr>
              <a:t>replenishment</a:t>
            </a:r>
          </a:p>
          <a:p>
            <a:r>
              <a:rPr sz="2000">
                <a:latin typeface="Calibri" panose="020F0502020204030204" pitchFamily="34" charset="0"/>
                <a:cs typeface="Calibri" panose="020F0502020204030204" pitchFamily="34" charset="0"/>
              </a:rPr>
              <a:t>• Higher flexibility</a:t>
            </a:r>
          </a:p>
          <a:p>
            <a:r>
              <a:rPr sz="2000">
                <a:latin typeface="Calibri" panose="020F0502020204030204" pitchFamily="34" charset="0"/>
                <a:cs typeface="Calibri" panose="020F0502020204030204" pitchFamily="34" charset="0"/>
              </a:rPr>
              <a:t>• Better responsiveness</a:t>
            </a:r>
          </a:p>
        </p:txBody>
      </p:sp>
      <p:sp>
        <p:nvSpPr>
          <p:cNvPr id="9" name="Rectangle 4">
            <a:extLst>
              <a:ext uri="{FF2B5EF4-FFF2-40B4-BE49-F238E27FC236}">
                <a16:creationId xmlns:a16="http://schemas.microsoft.com/office/drawing/2014/main" id="{E33646E7-B02E-BF17-4396-A062DFAB2367}"/>
              </a:ext>
            </a:extLst>
          </p:cNvPr>
          <p:cNvSpPr/>
          <p:nvPr/>
        </p:nvSpPr>
        <p:spPr>
          <a:xfrm>
            <a:off x="8244840" y="1021976"/>
            <a:ext cx="3657600" cy="3092824"/>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sz="2000" b="1">
                <a:solidFill>
                  <a:schemeClr val="tx1"/>
                </a:solidFill>
                <a:latin typeface="Calibri" panose="020F0502020204030204" pitchFamily="34" charset="0"/>
                <a:ea typeface="Songti SC" panose="02010600040101010101" pitchFamily="2" charset="-122"/>
                <a:cs typeface="Calibri" panose="020F0502020204030204" pitchFamily="34" charset="0"/>
              </a:rPr>
              <a:t>F</a:t>
            </a:r>
            <a:r>
              <a:rPr lang="en-US" altLang="zh-CN" sz="2000" b="1">
                <a:solidFill>
                  <a:schemeClr val="tx1"/>
                </a:solidFill>
                <a:latin typeface="Calibri" panose="020F0502020204030204" pitchFamily="34" charset="0"/>
                <a:ea typeface="Songti SC" panose="02010600040101010101" pitchFamily="2" charset="-122"/>
                <a:cs typeface="Calibri" panose="020F0502020204030204" pitchFamily="34" charset="0"/>
              </a:rPr>
              <a:t>inding</a:t>
            </a:r>
            <a:r>
              <a:rPr lang="zh-CN" altLang="en-US" sz="2000" b="1">
                <a:solidFill>
                  <a:schemeClr val="tx1"/>
                </a:solidFill>
                <a:latin typeface="Calibri" panose="020F0502020204030204" pitchFamily="34" charset="0"/>
                <a:ea typeface="Songti SC" panose="02010600040101010101" pitchFamily="2" charset="-122"/>
                <a:cs typeface="Calibri" panose="020F0502020204030204" pitchFamily="34" charset="0"/>
              </a:rPr>
              <a:t> </a:t>
            </a:r>
            <a:r>
              <a:rPr lang="en-US" altLang="zh-CN" sz="2000" b="1">
                <a:solidFill>
                  <a:schemeClr val="tx1"/>
                </a:solidFill>
                <a:latin typeface="Calibri" panose="020F0502020204030204" pitchFamily="34" charset="0"/>
                <a:ea typeface="Songti SC" panose="02010600040101010101" pitchFamily="2" charset="-122"/>
                <a:cs typeface="Calibri" panose="020F0502020204030204" pitchFamily="34" charset="0"/>
              </a:rPr>
              <a:t>3</a:t>
            </a:r>
            <a:endParaRPr sz="2000" b="1">
              <a:solidFill>
                <a:schemeClr val="tx1"/>
              </a:solidFill>
              <a:latin typeface="Calibri" panose="020F0502020204030204" pitchFamily="34" charset="0"/>
              <a:ea typeface="Songti SC" panose="02010600040101010101" pitchFamily="2" charset="-122"/>
              <a:cs typeface="Calibri" panose="020F0502020204030204" pitchFamily="34" charset="0"/>
            </a:endParaRPr>
          </a:p>
          <a:p>
            <a:endParaRPr sz="2000">
              <a:solidFill>
                <a:schemeClr val="tx1"/>
              </a:solidFill>
              <a:latin typeface="Calibri" panose="020F0502020204030204" pitchFamily="34" charset="0"/>
              <a:cs typeface="Calibri" panose="020F0502020204030204" pitchFamily="34" charset="0"/>
            </a:endParaRPr>
          </a:p>
          <a:p>
            <a:r>
              <a:rPr sz="2000">
                <a:solidFill>
                  <a:schemeClr val="tx1"/>
                </a:solidFill>
                <a:latin typeface="Calibri" panose="020F0502020204030204" pitchFamily="34" charset="0"/>
                <a:cs typeface="Calibri" panose="020F0502020204030204" pitchFamily="34" charset="0"/>
              </a:rPr>
              <a:t>Neither model is perfect.</a:t>
            </a:r>
          </a:p>
          <a:p>
            <a:endParaRPr sz="2000">
              <a:solidFill>
                <a:schemeClr val="tx1"/>
              </a:solidFill>
              <a:latin typeface="Calibri" panose="020F0502020204030204" pitchFamily="34" charset="0"/>
              <a:cs typeface="Calibri" panose="020F0502020204030204" pitchFamily="34" charset="0"/>
            </a:endParaRPr>
          </a:p>
          <a:p>
            <a:r>
              <a:rPr sz="2000">
                <a:solidFill>
                  <a:schemeClr val="tx1"/>
                </a:solidFill>
                <a:latin typeface="Calibri" panose="020F0502020204030204" pitchFamily="34" charset="0"/>
                <a:cs typeface="Calibri" panose="020F0502020204030204" pitchFamily="34" charset="0"/>
              </a:rPr>
              <a:t>Future competitiveness requires:</a:t>
            </a:r>
          </a:p>
          <a:p>
            <a:r>
              <a:rPr sz="2000">
                <a:solidFill>
                  <a:schemeClr val="tx1"/>
                </a:solidFill>
                <a:latin typeface="Calibri" panose="020F0502020204030204" pitchFamily="34" charset="0"/>
                <a:cs typeface="Calibri" panose="020F0502020204030204" pitchFamily="34" charset="0"/>
              </a:rPr>
              <a:t>✓ Efficiency</a:t>
            </a:r>
          </a:p>
          <a:p>
            <a:r>
              <a:rPr sz="2000">
                <a:solidFill>
                  <a:schemeClr val="tx1"/>
                </a:solidFill>
                <a:latin typeface="Calibri" panose="020F0502020204030204" pitchFamily="34" charset="0"/>
                <a:cs typeface="Calibri" panose="020F0502020204030204" pitchFamily="34" charset="0"/>
              </a:rPr>
              <a:t>✓ Flexibility</a:t>
            </a:r>
          </a:p>
          <a:p>
            <a:r>
              <a:rPr sz="2000">
                <a:solidFill>
                  <a:schemeClr val="tx1"/>
                </a:solidFill>
                <a:latin typeface="Calibri" panose="020F0502020204030204" pitchFamily="34" charset="0"/>
                <a:cs typeface="Calibri" panose="020F0502020204030204" pitchFamily="34" charset="0"/>
              </a:rPr>
              <a:t>✓ Sustainability</a:t>
            </a:r>
          </a:p>
        </p:txBody>
      </p:sp>
      <p:sp>
        <p:nvSpPr>
          <p:cNvPr id="10" name="Rectangle 5">
            <a:extLst>
              <a:ext uri="{FF2B5EF4-FFF2-40B4-BE49-F238E27FC236}">
                <a16:creationId xmlns:a16="http://schemas.microsoft.com/office/drawing/2014/main" id="{E8C09548-D07D-9B2E-8110-93662788CD97}"/>
              </a:ext>
            </a:extLst>
          </p:cNvPr>
          <p:cNvSpPr/>
          <p:nvPr/>
        </p:nvSpPr>
        <p:spPr>
          <a:xfrm>
            <a:off x="472440" y="4343400"/>
            <a:ext cx="10972800" cy="1982096"/>
          </a:xfrm>
          <a:prstGeom prst="rect">
            <a:avLst/>
          </a:prstGeom>
          <a:solidFill>
            <a:srgbClr val="EAF4FF"/>
          </a:solidFill>
          <a:ln>
            <a:solidFill>
              <a:srgbClr val="0058A3"/>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US" altLang="zh-CN" sz="2400" b="1">
                <a:solidFill>
                  <a:schemeClr val="tx1"/>
                </a:solidFill>
                <a:latin typeface="Calibri" panose="020F0502020204030204" pitchFamily="34" charset="0"/>
                <a:cs typeface="Calibri" panose="020F0502020204030204" pitchFamily="34" charset="0"/>
              </a:rPr>
              <a:t>Key</a:t>
            </a:r>
            <a:r>
              <a:rPr lang="zh-CN" altLang="en-US" sz="2400" b="1">
                <a:solidFill>
                  <a:schemeClr val="tx1"/>
                </a:solidFill>
                <a:latin typeface="Calibri" panose="020F0502020204030204" pitchFamily="34" charset="0"/>
                <a:cs typeface="Calibri" panose="020F0502020204030204" pitchFamily="34" charset="0"/>
              </a:rPr>
              <a:t> </a:t>
            </a:r>
            <a:r>
              <a:rPr lang="en-US" altLang="zh-CN" sz="2400" b="1">
                <a:solidFill>
                  <a:schemeClr val="tx1"/>
                </a:solidFill>
                <a:latin typeface="Calibri" panose="020F0502020204030204" pitchFamily="34" charset="0"/>
                <a:cs typeface="Calibri" panose="020F0502020204030204" pitchFamily="34" charset="0"/>
              </a:rPr>
              <a:t>Takeaway</a:t>
            </a:r>
          </a:p>
          <a:p>
            <a:endParaRPr sz="2000" b="1">
              <a:solidFill>
                <a:schemeClr val="tx1"/>
              </a:solidFill>
              <a:latin typeface="Calibri" panose="020F0502020204030204" pitchFamily="34" charset="0"/>
              <a:cs typeface="Calibri" panose="020F0502020204030204" pitchFamily="34" charset="0"/>
            </a:endParaRPr>
          </a:p>
          <a:p>
            <a:r>
              <a:rPr sz="2000">
                <a:solidFill>
                  <a:schemeClr val="tx1"/>
                </a:solidFill>
                <a:latin typeface="Calibri" panose="020F0502020204030204" pitchFamily="34" charset="0"/>
                <a:cs typeface="Calibri" panose="020F0502020204030204" pitchFamily="34" charset="0"/>
              </a:rPr>
              <a:t>The future of supply chain management is not about choosing between efficiency and flexibility, but integrating both capabilities into a resilient and sustainable supply chain.</a:t>
            </a:r>
          </a:p>
        </p:txBody>
      </p:sp>
      <p:sp>
        <p:nvSpPr>
          <p:cNvPr id="6" name="Shape 1">
            <a:extLst>
              <a:ext uri="{FF2B5EF4-FFF2-40B4-BE49-F238E27FC236}">
                <a16:creationId xmlns:a16="http://schemas.microsoft.com/office/drawing/2014/main" id="{D2208D32-8126-3DE3-FC5F-E464F30D4A0E}"/>
              </a:ext>
            </a:extLst>
          </p:cNvPr>
          <p:cNvSpPr/>
          <p:nvPr/>
        </p:nvSpPr>
        <p:spPr>
          <a:xfrm>
            <a:off x="502920" y="566928"/>
            <a:ext cx="11109960" cy="1"/>
          </a:xfrm>
          <a:prstGeom prst="line">
            <a:avLst/>
          </a:prstGeom>
          <a:noFill/>
          <a:ln w="12700">
            <a:solidFill>
              <a:srgbClr val="D8D0C2"/>
            </a:solidFill>
            <a:prstDash val="solid"/>
          </a:ln>
        </p:spPr>
      </p:sp>
      <p:sp>
        <p:nvSpPr>
          <p:cNvPr id="13" name="TextBox 11">
            <a:extLst>
              <a:ext uri="{FF2B5EF4-FFF2-40B4-BE49-F238E27FC236}">
                <a16:creationId xmlns:a16="http://schemas.microsoft.com/office/drawing/2014/main" id="{7055BC2A-22E0-CD37-398D-9D7816ED8068}"/>
              </a:ext>
            </a:extLst>
          </p:cNvPr>
          <p:cNvSpPr txBox="1"/>
          <p:nvPr/>
        </p:nvSpPr>
        <p:spPr>
          <a:xfrm>
            <a:off x="396240" y="152400"/>
            <a:ext cx="6499215" cy="369332"/>
          </a:xfrm>
          <a:prstGeom prst="rect">
            <a:avLst/>
          </a:prstGeom>
          <a:noFill/>
        </p:spPr>
        <p:txBody>
          <a:bodyPr wrap="none" lIns="0" tIns="0" rIns="0" bIns="0" anchor="t">
            <a:spAutoFit/>
          </a:bodyPr>
          <a:lstStyle/>
          <a:p>
            <a:pPr>
              <a:buClrTx/>
              <a:buFontTx/>
            </a:pPr>
            <a:r>
              <a:rPr lang="en-US" sz="2400" b="1" spc="160">
                <a:solidFill>
                  <a:srgbClr val="165AA7"/>
                </a:solidFill>
                <a:latin typeface="Calibri"/>
                <a:ea typeface="Calibri"/>
                <a:cs typeface="Calibri"/>
              </a:rPr>
              <a:t>05</a:t>
            </a:r>
            <a:r>
              <a:rPr lang="en-US" sz="2400" b="1" i="0" u="none" kern="0" spc="160">
                <a:solidFill>
                  <a:srgbClr val="165AA7"/>
                </a:solidFill>
                <a:latin typeface="Calibri"/>
                <a:ea typeface="Calibri"/>
                <a:cs typeface="Calibri"/>
              </a:rPr>
              <a:t> /</a:t>
            </a:r>
            <a:r>
              <a:rPr lang="en-US" sz="2400" b="1" spc="160">
                <a:solidFill>
                  <a:srgbClr val="165AA7"/>
                </a:solidFill>
                <a:latin typeface="Calibri"/>
                <a:ea typeface="Calibri"/>
                <a:cs typeface="Calibri"/>
              </a:rPr>
              <a:t>Key Findings &amp; Managerial Implications </a:t>
            </a:r>
            <a:endParaRPr lang="en-US" sz="2400" b="1" i="0" u="none" kern="0" spc="160">
              <a:solidFill>
                <a:srgbClr val="165AA7"/>
              </a:solidFill>
              <a:latin typeface="Calibri"/>
              <a:ea typeface="Calibri"/>
              <a:cs typeface="Calibri"/>
            </a:endParaRPr>
          </a:p>
        </p:txBody>
      </p:sp>
    </p:spTree>
    <p:extLst>
      <p:ext uri="{BB962C8B-B14F-4D97-AF65-F5344CB8AC3E}">
        <p14:creationId xmlns:p14="http://schemas.microsoft.com/office/powerpoint/2010/main" val="4048143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6304"/>
            <a:ext cx="8686800" cy="411480"/>
          </a:xfrm>
          <a:prstGeom prst="rect">
            <a:avLst/>
          </a:prstGeom>
          <a:noFill/>
        </p:spPr>
        <p:txBody>
          <a:bodyPr wrap="square" lIns="0" tIns="0" rIns="0" bIns="0" anchor="t">
            <a:spAutoFit/>
          </a:bodyPr>
          <a:lstStyle/>
          <a:p>
            <a:pPr algn="l">
              <a:spcAft>
                <a:spcPts val="200"/>
              </a:spcAft>
            </a:pPr>
            <a:r>
              <a:rPr sz="2400" b="1">
                <a:solidFill>
                  <a:srgbClr val="165AA7"/>
                </a:solidFill>
                <a:latin typeface="Arial"/>
              </a:rPr>
              <a:t>06 / CHALLENGES IDENTIFICATION</a:t>
            </a:r>
          </a:p>
        </p:txBody>
      </p:sp>
      <p:sp>
        <p:nvSpPr>
          <p:cNvPr id="3" name="Rectangle 2"/>
          <p:cNvSpPr/>
          <p:nvPr/>
        </p:nvSpPr>
        <p:spPr>
          <a:xfrm>
            <a:off x="457200" y="502920"/>
            <a:ext cx="11274552" cy="9144"/>
          </a:xfrm>
          <a:prstGeom prst="rect">
            <a:avLst/>
          </a:prstGeom>
          <a:solidFill>
            <a:srgbClr val="D8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58368"/>
            <a:ext cx="11274552" cy="548640"/>
          </a:xfrm>
          <a:prstGeom prst="rect">
            <a:avLst/>
          </a:prstGeom>
          <a:noFill/>
        </p:spPr>
        <p:txBody>
          <a:bodyPr wrap="square" lIns="0" tIns="0" rIns="0" bIns="0" anchor="t">
            <a:spAutoFit/>
          </a:bodyPr>
          <a:lstStyle/>
          <a:p>
            <a:pPr algn="l">
              <a:spcAft>
                <a:spcPts val="200"/>
              </a:spcAft>
            </a:pPr>
            <a:r>
              <a:rPr sz="2900" b="1">
                <a:solidFill>
                  <a:srgbClr val="0F172A"/>
                </a:solidFill>
                <a:latin typeface="Arial"/>
              </a:rPr>
              <a:t>Four Key Supply Chain Challenges</a:t>
            </a:r>
          </a:p>
        </p:txBody>
      </p:sp>
      <p:sp>
        <p:nvSpPr>
          <p:cNvPr id="5" name="TextBox 4"/>
          <p:cNvSpPr txBox="1"/>
          <p:nvPr/>
        </p:nvSpPr>
        <p:spPr>
          <a:xfrm>
            <a:off x="457200" y="1207008"/>
            <a:ext cx="11274552" cy="502920"/>
          </a:xfrm>
          <a:prstGeom prst="rect">
            <a:avLst/>
          </a:prstGeom>
          <a:noFill/>
        </p:spPr>
        <p:txBody>
          <a:bodyPr wrap="square" lIns="0" tIns="0" rIns="0" bIns="0" anchor="t">
            <a:spAutoFit/>
          </a:bodyPr>
          <a:lstStyle/>
          <a:p>
            <a:pPr algn="l">
              <a:spcAft>
                <a:spcPts val="200"/>
              </a:spcAft>
            </a:pPr>
            <a:r>
              <a:rPr sz="1600" b="0">
                <a:solidFill>
                  <a:srgbClr val="475569"/>
                </a:solidFill>
                <a:latin typeface="Arial"/>
              </a:rPr>
              <a:t>Structural bottlenecks behind the radar gaps in Flexibility, Responsiveness, Resilience and Sustainability</a:t>
            </a:r>
          </a:p>
        </p:txBody>
      </p:sp>
      <p:sp>
        <p:nvSpPr>
          <p:cNvPr id="6" name="Rounded Rectangle 5"/>
          <p:cNvSpPr/>
          <p:nvPr/>
        </p:nvSpPr>
        <p:spPr>
          <a:xfrm>
            <a:off x="457200" y="1783080"/>
            <a:ext cx="5559552" cy="187451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984248"/>
            <a:ext cx="384048" cy="237744"/>
          </a:xfrm>
          <a:prstGeom prst="roundRect">
            <a:avLst>
              <a:gd name="adj" fmla="val 20000"/>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1920240"/>
            <a:ext cx="466344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01 / E-Commerce Last-Mile</a:t>
            </a:r>
          </a:p>
        </p:txBody>
      </p:sp>
      <p:sp>
        <p:nvSpPr>
          <p:cNvPr id="9" name="TextBox 8"/>
          <p:cNvSpPr txBox="1"/>
          <p:nvPr/>
        </p:nvSpPr>
        <p:spPr>
          <a:xfrm>
            <a:off x="676656" y="2331720"/>
            <a:ext cx="5120640" cy="1828800"/>
          </a:xfrm>
          <a:prstGeom prst="rect">
            <a:avLst/>
          </a:prstGeom>
          <a:noFill/>
        </p:spPr>
        <p:txBody>
          <a:bodyPr wrap="square" lIns="0" tIns="0" rIns="0" bIns="0">
            <a:spAutoFit/>
          </a:bodyPr>
          <a:lstStyle/>
          <a:p>
            <a:pPr>
              <a:lnSpc>
                <a:spcPct val="100000"/>
              </a:lnSpc>
              <a:spcAft>
                <a:spcPts val="600"/>
              </a:spcAft>
            </a:pPr>
            <a:r>
              <a:rPr sz="1800" b="1">
                <a:solidFill>
                  <a:srgbClr val="0F172A"/>
                </a:solidFill>
                <a:latin typeface="Arial"/>
              </a:rPr>
              <a:t>▸ Model Mismatch: Suburban stores are built for full-pallet replenishment, not single-item parcel picking.
▸ High Delivery Cost: Bulky home delivery drives high cost and slow delivery windows.</a:t>
            </a:r>
            <a:r>
              <a:rPr sz="1800">
                <a:solidFill>
                  <a:srgbClr val="475569"/>
                </a:solidFill>
                <a:latin typeface="Arial"/>
              </a:rPr>
              <a:t/>
            </a:r>
          </a:p>
          <a:p>
            <a:pPr>
              <a:lnSpc>
                <a:spcPct val="100000"/>
              </a:lnSpc>
              <a:spcAft>
                <a:spcPts val="600"/>
              </a:spcAft>
            </a:pPr>
            <a:r>
              <a:rPr sz="1800" b="1">
                <a:solidFill>
                  <a:srgbClr val="0F172A"/>
                </a:solidFill>
                <a:latin typeface="Arial"/>
              </a:rPr>
              <a:t/>
            </a:r>
            <a:r>
              <a:rPr sz="1800">
                <a:solidFill>
                  <a:srgbClr val="475569"/>
                </a:solidFill>
                <a:latin typeface="Arial"/>
              </a:rPr>
              <a:t/>
            </a:r>
          </a:p>
        </p:txBody>
      </p:sp>
      <p:sp>
        <p:nvSpPr>
          <p:cNvPr id="10" name="Rounded Rectangle 9"/>
          <p:cNvSpPr/>
          <p:nvPr/>
        </p:nvSpPr>
        <p:spPr>
          <a:xfrm>
            <a:off x="6172200" y="1783080"/>
            <a:ext cx="5559552" cy="187451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36792" y="1984248"/>
            <a:ext cx="384048" cy="237744"/>
          </a:xfrm>
          <a:prstGeom prst="roundRect">
            <a:avLst>
              <a:gd name="adj" fmla="val 2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93992" y="1920240"/>
            <a:ext cx="466344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02 / Long-Haul Maritime Fragility</a:t>
            </a:r>
          </a:p>
        </p:txBody>
      </p:sp>
      <p:sp>
        <p:nvSpPr>
          <p:cNvPr id="13" name="TextBox 12"/>
          <p:cNvSpPr txBox="1"/>
          <p:nvPr/>
        </p:nvSpPr>
        <p:spPr>
          <a:xfrm>
            <a:off x="6391656" y="2331720"/>
            <a:ext cx="5120640" cy="1828800"/>
          </a:xfrm>
          <a:prstGeom prst="rect">
            <a:avLst/>
          </a:prstGeom>
          <a:noFill/>
        </p:spPr>
        <p:txBody>
          <a:bodyPr wrap="square" lIns="0" tIns="0" rIns="0" bIns="0">
            <a:spAutoFit/>
          </a:bodyPr>
          <a:lstStyle/>
          <a:p>
            <a:pPr>
              <a:lnSpc>
                <a:spcPct val="100000"/>
              </a:lnSpc>
              <a:spcAft>
                <a:spcPts val="600"/>
              </a:spcAft>
            </a:pPr>
            <a:r>
              <a:rPr sz="1800" b="1">
                <a:solidFill>
                  <a:srgbClr val="0F172A"/>
                </a:solidFill>
                <a:latin typeface="Arial"/>
              </a:rPr>
              <a:t>▸ Heavy Ocean Reliance: Production concentrates in distant hubs, stretching supply lines.
▸ Disruption Risk: The Red Sea Crisis extended Asia-Europe voyages by 10-14 days.</a:t>
            </a:r>
            <a:r>
              <a:rPr sz="1800">
                <a:solidFill>
                  <a:srgbClr val="475569"/>
                </a:solidFill>
                <a:latin typeface="Arial"/>
              </a:rPr>
              <a:t/>
            </a:r>
          </a:p>
          <a:p>
            <a:pPr>
              <a:lnSpc>
                <a:spcPct val="100000"/>
              </a:lnSpc>
              <a:spcAft>
                <a:spcPts val="600"/>
              </a:spcAft>
            </a:pPr>
            <a:r>
              <a:rPr sz="1800" b="1">
                <a:solidFill>
                  <a:srgbClr val="0F172A"/>
                </a:solidFill>
                <a:latin typeface="Arial"/>
              </a:rPr>
              <a:t/>
            </a:r>
            <a:r>
              <a:rPr sz="1800">
                <a:solidFill>
                  <a:srgbClr val="475569"/>
                </a:solidFill>
                <a:latin typeface="Arial"/>
              </a:rPr>
              <a:t/>
            </a:r>
          </a:p>
        </p:txBody>
      </p:sp>
      <p:sp>
        <p:nvSpPr>
          <p:cNvPr id="14" name="Rounded Rectangle 13"/>
          <p:cNvSpPr/>
          <p:nvPr/>
        </p:nvSpPr>
        <p:spPr>
          <a:xfrm>
            <a:off x="457200" y="3794760"/>
            <a:ext cx="5559552" cy="187451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1792" y="3995928"/>
            <a:ext cx="384048" cy="237744"/>
          </a:xfrm>
          <a:prstGeom prst="roundRect">
            <a:avLst>
              <a:gd name="adj" fmla="val 2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3886200"/>
            <a:ext cx="466344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03 / Upstream Push Rigidities</a:t>
            </a:r>
          </a:p>
        </p:txBody>
      </p:sp>
      <p:sp>
        <p:nvSpPr>
          <p:cNvPr id="17" name="TextBox 16"/>
          <p:cNvSpPr txBox="1"/>
          <p:nvPr/>
        </p:nvSpPr>
        <p:spPr>
          <a:xfrm>
            <a:off x="676656" y="4297680"/>
            <a:ext cx="5120640" cy="1828800"/>
          </a:xfrm>
          <a:prstGeom prst="rect">
            <a:avLst/>
          </a:prstGeom>
          <a:noFill/>
        </p:spPr>
        <p:txBody>
          <a:bodyPr wrap="square" lIns="0" tIns="0" rIns="0" bIns="0">
            <a:spAutoFit/>
          </a:bodyPr>
          <a:lstStyle/>
          <a:p>
            <a:pPr>
              <a:lnSpc>
                <a:spcPct val="100000"/>
              </a:lnSpc>
              <a:spcAft>
                <a:spcPts val="600"/>
              </a:spcAft>
            </a:pPr>
            <a:r>
              <a:rPr sz="1800" b="1">
                <a:solidFill>
                  <a:srgbClr val="0F172A"/>
                </a:solidFill>
                <a:latin typeface="Arial"/>
              </a:rPr>
              <a:t>▸ Push-Pull Disconnect: Stores use POS × AI pull, but factories still run on long-term forecasts.
▸ Slow Response: Long lead times raise overstock and stockout risk versus MUJI.</a:t>
            </a:r>
            <a:r>
              <a:rPr sz="1800">
                <a:solidFill>
                  <a:srgbClr val="475569"/>
                </a:solidFill>
                <a:latin typeface="Arial"/>
              </a:rPr>
              <a:t/>
            </a:r>
          </a:p>
          <a:p>
            <a:pPr>
              <a:lnSpc>
                <a:spcPct val="100000"/>
              </a:lnSpc>
              <a:spcAft>
                <a:spcPts val="600"/>
              </a:spcAft>
            </a:pPr>
            <a:r>
              <a:rPr sz="1800" b="1">
                <a:solidFill>
                  <a:srgbClr val="0F172A"/>
                </a:solidFill>
                <a:latin typeface="Arial"/>
              </a:rPr>
              <a:t/>
            </a:r>
            <a:r>
              <a:rPr sz="1800">
                <a:solidFill>
                  <a:srgbClr val="475569"/>
                </a:solidFill>
                <a:latin typeface="Arial"/>
              </a:rPr>
              <a:t/>
            </a:r>
          </a:p>
        </p:txBody>
      </p:sp>
      <p:sp>
        <p:nvSpPr>
          <p:cNvPr id="18" name="Rounded Rectangle 17"/>
          <p:cNvSpPr/>
          <p:nvPr/>
        </p:nvSpPr>
        <p:spPr>
          <a:xfrm>
            <a:off x="6172200" y="3794760"/>
            <a:ext cx="5559552" cy="187451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36792" y="3995928"/>
            <a:ext cx="384048" cy="237744"/>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93992" y="3886200"/>
            <a:ext cx="466344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04 / Tier-2/3 &amp; Inflation</a:t>
            </a:r>
          </a:p>
        </p:txBody>
      </p:sp>
      <p:sp>
        <p:nvSpPr>
          <p:cNvPr id="21" name="TextBox 20"/>
          <p:cNvSpPr txBox="1"/>
          <p:nvPr/>
        </p:nvSpPr>
        <p:spPr>
          <a:xfrm>
            <a:off x="6391656" y="4297680"/>
            <a:ext cx="5120640" cy="1828800"/>
          </a:xfrm>
          <a:prstGeom prst="rect">
            <a:avLst/>
          </a:prstGeom>
          <a:noFill/>
        </p:spPr>
        <p:txBody>
          <a:bodyPr wrap="square" lIns="0" tIns="0" rIns="0" bIns="0">
            <a:spAutoFit/>
          </a:bodyPr>
          <a:lstStyle/>
          <a:p>
            <a:pPr>
              <a:lnSpc>
                <a:spcPct val="100000"/>
              </a:lnSpc>
              <a:spcAft>
                <a:spcPts val="600"/>
              </a:spcAft>
            </a:pPr>
            <a:r>
              <a:rPr sz="1800" b="1">
                <a:solidFill>
                  <a:srgbClr val="0F172A"/>
                </a:solidFill>
                <a:latin typeface="Arial"/>
              </a:rPr>
              <a:t>▸ Audit Complexity: Tracking Tier-2/3 timber origin across 1,000+ suppliers is costly.
▸ Margin Squeeze: Rising timber, metal and fuel prices pressure the low-price promise.</a:t>
            </a:r>
            <a:r>
              <a:rPr sz="1800">
                <a:solidFill>
                  <a:srgbClr val="475569"/>
                </a:solidFill>
                <a:latin typeface="Arial"/>
              </a:rPr>
              <a:t/>
            </a:r>
          </a:p>
          <a:p>
            <a:pPr>
              <a:lnSpc>
                <a:spcPct val="100000"/>
              </a:lnSpc>
              <a:spcAft>
                <a:spcPts val="600"/>
              </a:spcAft>
            </a:pPr>
            <a:r>
              <a:rPr sz="1800" b="1">
                <a:solidFill>
                  <a:srgbClr val="0F172A"/>
                </a:solidFill>
                <a:latin typeface="Arial"/>
              </a:rPr>
              <a:t/>
            </a:r>
            <a:r>
              <a:rPr sz="1800">
                <a:solidFill>
                  <a:srgbClr val="475569"/>
                </a:solidFill>
                <a:latin typeface="Arial"/>
              </a:rPr>
              <a:t/>
            </a:r>
          </a:p>
        </p:txBody>
      </p:sp>
      <p:sp>
        <p:nvSpPr>
          <p:cNvPr id="22" name="Rounded Rectangle 21"/>
          <p:cNvSpPr/>
          <p:nvPr/>
        </p:nvSpPr>
        <p:spPr>
          <a:xfrm>
            <a:off x="457200" y="5989320"/>
            <a:ext cx="11274552" cy="658368"/>
          </a:xfrm>
          <a:prstGeom prst="roundRect">
            <a:avLst>
              <a:gd name="adj" fmla="val 12000"/>
            </a:avLst>
          </a:prstGeom>
          <a:solidFill>
            <a:srgbClr val="EAF4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6272784"/>
            <a:ext cx="2011680" cy="310896"/>
          </a:xfrm>
          <a:prstGeom prst="rect">
            <a:avLst/>
          </a:prstGeom>
          <a:noFill/>
        </p:spPr>
        <p:txBody>
          <a:bodyPr wrap="square" lIns="0" tIns="0" rIns="0" bIns="0" anchor="t">
            <a:spAutoFit/>
          </a:bodyPr>
          <a:lstStyle/>
          <a:p>
            <a:pPr algn="l">
              <a:spcAft>
                <a:spcPts val="200"/>
              </a:spcAft>
            </a:pPr>
            <a:r>
              <a:rPr sz="1400" b="1">
                <a:solidFill>
                  <a:srgbClr val="0284C7"/>
                </a:solidFill>
                <a:latin typeface="Arial"/>
              </a:rPr>
              <a:t>CORE TAKEAWAY</a:t>
            </a:r>
          </a:p>
        </p:txBody>
      </p:sp>
      <p:sp>
        <p:nvSpPr>
          <p:cNvPr id="24" name="TextBox 23"/>
          <p:cNvSpPr txBox="1"/>
          <p:nvPr/>
        </p:nvSpPr>
        <p:spPr>
          <a:xfrm>
            <a:off x="1965960" y="6236208"/>
            <a:ext cx="9966960" cy="402336"/>
          </a:xfrm>
          <a:prstGeom prst="rect">
            <a:avLst/>
          </a:prstGeom>
          <a:noFill/>
        </p:spPr>
        <p:txBody>
          <a:bodyPr wrap="square" lIns="0" tIns="0" rIns="0" bIns="0" anchor="t">
            <a:spAutoFit/>
          </a:bodyPr>
          <a:lstStyle/>
          <a:p>
            <a:pPr algn="l">
              <a:spcAft>
                <a:spcPts val="200"/>
              </a:spcAft>
            </a:pPr>
            <a:r>
              <a:rPr sz="1800" b="0">
                <a:solidFill>
                  <a:srgbClr val="0F172A"/>
                </a:solidFill>
                <a:latin typeface="Arial"/>
              </a:rPr>
              <a:t>Suburban DIY pickup and Push production cannot support omnichannel growth.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6304"/>
            <a:ext cx="8686800" cy="411480"/>
          </a:xfrm>
          <a:prstGeom prst="rect">
            <a:avLst/>
          </a:prstGeom>
          <a:noFill/>
        </p:spPr>
        <p:txBody>
          <a:bodyPr wrap="square" lIns="0" tIns="0" rIns="0" bIns="0" anchor="t">
            <a:spAutoFit/>
          </a:bodyPr>
          <a:lstStyle/>
          <a:p>
            <a:pPr algn="l">
              <a:spcAft>
                <a:spcPts val="200"/>
              </a:spcAft>
            </a:pPr>
            <a:r>
              <a:rPr sz="2400" b="1">
                <a:solidFill>
                  <a:srgbClr val="165AA7"/>
                </a:solidFill>
                <a:latin typeface="Arial"/>
              </a:rPr>
              <a:t>06 / STRATEGIC RECOMMENDATIONS (PART 1)</a:t>
            </a:r>
          </a:p>
        </p:txBody>
      </p:sp>
      <p:sp>
        <p:nvSpPr>
          <p:cNvPr id="3" name="Rectangle 2"/>
          <p:cNvSpPr/>
          <p:nvPr/>
        </p:nvSpPr>
        <p:spPr>
          <a:xfrm>
            <a:off x="457200" y="502920"/>
            <a:ext cx="11274552" cy="9144"/>
          </a:xfrm>
          <a:prstGeom prst="rect">
            <a:avLst/>
          </a:prstGeom>
          <a:solidFill>
            <a:srgbClr val="D8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58368"/>
            <a:ext cx="11274552" cy="548640"/>
          </a:xfrm>
          <a:prstGeom prst="rect">
            <a:avLst/>
          </a:prstGeom>
          <a:noFill/>
        </p:spPr>
        <p:txBody>
          <a:bodyPr wrap="square" lIns="0" tIns="0" rIns="0" bIns="0" anchor="t">
            <a:spAutoFit/>
          </a:bodyPr>
          <a:lstStyle/>
          <a:p>
            <a:pPr algn="l">
              <a:spcAft>
                <a:spcPts val="200"/>
              </a:spcAft>
            </a:pPr>
            <a:r>
              <a:rPr sz="2900" b="1">
                <a:solidFill>
                  <a:srgbClr val="0F172A"/>
                </a:solidFill>
                <a:latin typeface="Arial"/>
              </a:rPr>
              <a:t>Upgrading Omnichannel Fulfillment &amp; Supply Flexibility</a:t>
            </a:r>
          </a:p>
        </p:txBody>
      </p:sp>
      <p:sp>
        <p:nvSpPr>
          <p:cNvPr id="5" name="TextBox 4"/>
          <p:cNvSpPr txBox="1"/>
          <p:nvPr/>
        </p:nvSpPr>
        <p:spPr>
          <a:xfrm>
            <a:off x="457200" y="1207008"/>
            <a:ext cx="11274552" cy="502920"/>
          </a:xfrm>
          <a:prstGeom prst="rect">
            <a:avLst/>
          </a:prstGeom>
          <a:noFill/>
        </p:spPr>
        <p:txBody>
          <a:bodyPr wrap="square" lIns="0" tIns="0" rIns="0" bIns="0" anchor="t">
            <a:spAutoFit/>
          </a:bodyPr>
          <a:lstStyle/>
          <a:p>
            <a:pPr algn="l">
              <a:spcAft>
                <a:spcPts val="200"/>
              </a:spcAft>
            </a:pPr>
            <a:r>
              <a:rPr sz="1600" b="0">
                <a:solidFill>
                  <a:srgbClr val="475569"/>
                </a:solidFill>
                <a:latin typeface="Arial"/>
              </a:rPr>
              <a:t>Addressing last-mile delivery bottlenecks and rigid upstream forecasting</a:t>
            </a:r>
          </a:p>
        </p:txBody>
      </p:sp>
      <p:sp>
        <p:nvSpPr>
          <p:cNvPr id="6" name="Rounded Rectangle 5"/>
          <p:cNvSpPr/>
          <p:nvPr/>
        </p:nvSpPr>
        <p:spPr>
          <a:xfrm>
            <a:off x="457200" y="1783080"/>
            <a:ext cx="5559552" cy="397763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965960"/>
            <a:ext cx="384048" cy="237744"/>
          </a:xfrm>
          <a:prstGeom prst="roundRect">
            <a:avLst>
              <a:gd name="adj" fmla="val 20000"/>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1920240"/>
            <a:ext cx="475488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01 / Urban Micro-Fulfillment</a:t>
            </a:r>
          </a:p>
        </p:txBody>
      </p:sp>
      <p:sp>
        <p:nvSpPr>
          <p:cNvPr id="9" name="TextBox 8"/>
          <p:cNvSpPr txBox="1"/>
          <p:nvPr/>
        </p:nvSpPr>
        <p:spPr>
          <a:xfrm>
            <a:off x="676656" y="2286000"/>
            <a:ext cx="5120640" cy="566928"/>
          </a:xfrm>
          <a:prstGeom prst="rect">
            <a:avLst/>
          </a:prstGeom>
          <a:noFill/>
        </p:spPr>
        <p:txBody>
          <a:bodyPr wrap="square" lIns="0" tIns="0" rIns="0" bIns="0" anchor="t">
            <a:spAutoFit/>
          </a:bodyPr>
          <a:lstStyle/>
          <a:p>
            <a:pPr algn="l">
              <a:spcAft>
                <a:spcPts val="200"/>
              </a:spcAft>
            </a:pPr>
            <a:r>
              <a:rPr sz="1800" b="1">
                <a:solidFill>
                  <a:srgbClr val="0058A3"/>
                </a:solidFill>
                <a:latin typeface="Arial"/>
              </a:rPr>
              <a:t>[Planning Studio] &gt; [Urban MFC] &gt; [EV Delivery]</a:t>
            </a:r>
          </a:p>
        </p:txBody>
      </p:sp>
      <p:sp>
        <p:nvSpPr>
          <p:cNvPr id="10" name="TextBox 9"/>
          <p:cNvSpPr txBox="1"/>
          <p:nvPr/>
        </p:nvSpPr>
        <p:spPr>
          <a:xfrm>
            <a:off x="676656" y="2834640"/>
            <a:ext cx="5120640" cy="1554480"/>
          </a:xfrm>
          <a:prstGeom prst="rect">
            <a:avLst/>
          </a:prstGeom>
          <a:noFill/>
        </p:spPr>
        <p:txBody>
          <a:bodyPr wrap="square" lIns="0" tIns="0" rIns="0" bIns="0">
            <a:spAutoFit/>
          </a:bodyPr>
          <a:lstStyle/>
          <a:p>
            <a:pPr>
              <a:lnSpc>
                <a:spcPct val="100000"/>
              </a:lnSpc>
              <a:spcAft>
                <a:spcPts val="800"/>
              </a:spcAft>
            </a:pPr>
            <a:r>
              <a:rPr sz="1800" b="1">
                <a:solidFill>
                  <a:srgbClr val="0F172A"/>
                </a:solidFill>
                <a:latin typeface="Arial"/>
              </a:rPr>
              <a:t>▸ Automated Parcel Picking: Deploy urban MFCs to handle fast-moving online orders closer to customers.
▸ Expected Impact: Cuts delivery windows to 24-48 hours and last-mile cost by 15%+.</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p:txBody>
      </p:sp>
      <p:pic>
        <p:nvPicPr>
          <p:cNvPr id="11" name="Picture 10" descr="mfc.png"/>
          <p:cNvPicPr>
            <a:picLocks noChangeAspect="1"/>
          </p:cNvPicPr>
          <p:nvPr/>
        </p:nvPicPr>
        <p:blipFill>
          <a:blip r:embed="rId2"/>
          <a:stretch>
            <a:fillRect/>
          </a:stretch>
        </p:blipFill>
        <p:spPr>
          <a:xfrm>
            <a:off x="1329333" y="3794760"/>
            <a:ext cx="3787853" cy="1783080"/>
          </a:xfrm>
          <a:prstGeom prst="rect">
            <a:avLst/>
          </a:prstGeom>
        </p:spPr>
      </p:pic>
      <p:sp>
        <p:nvSpPr>
          <p:cNvPr id="12" name="Rounded Rectangle 11"/>
          <p:cNvSpPr/>
          <p:nvPr/>
        </p:nvSpPr>
        <p:spPr>
          <a:xfrm>
            <a:off x="6172200" y="1783080"/>
            <a:ext cx="5559552" cy="397763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36792" y="1965960"/>
            <a:ext cx="384048" cy="237744"/>
          </a:xfrm>
          <a:prstGeom prst="roundRect">
            <a:avLst>
              <a:gd name="adj" fmla="val 2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1920240"/>
            <a:ext cx="475488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02 / Hybrid Push-Pull</a:t>
            </a:r>
          </a:p>
        </p:txBody>
      </p:sp>
      <p:sp>
        <p:nvSpPr>
          <p:cNvPr id="15" name="TextBox 14"/>
          <p:cNvSpPr txBox="1"/>
          <p:nvPr/>
        </p:nvSpPr>
        <p:spPr>
          <a:xfrm>
            <a:off x="6391656" y="2834640"/>
            <a:ext cx="5120640" cy="2468880"/>
          </a:xfrm>
          <a:prstGeom prst="rect">
            <a:avLst/>
          </a:prstGeom>
          <a:noFill/>
        </p:spPr>
        <p:txBody>
          <a:bodyPr wrap="square" lIns="0" tIns="0" rIns="0" bIns="0">
            <a:spAutoFit/>
          </a:bodyPr>
          <a:lstStyle/>
          <a:p>
            <a:pPr>
              <a:lnSpc>
                <a:spcPct val="100000"/>
              </a:lnSpc>
              <a:spcAft>
                <a:spcPts val="800"/>
              </a:spcAft>
            </a:pPr>
            <a:r>
              <a:rPr sz="1800" b="1">
                <a:solidFill>
                  <a:srgbClr val="0F172A"/>
                </a:solidFill>
                <a:latin typeface="Arial"/>
              </a:rPr>
              <a:t>▸ Upstream Mass Push: Keep scale production for standardized components (LACK / KALLAX fittings).
▸ Downstream Agile Pull: Delay final finishes and fabric covers until real-time POS × AI signals arrive.
▸ Expected Impact: MUJI-like responsiveness without small-batch cost.</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p:txBody>
      </p:sp>
      <p:pic>
        <p:nvPicPr>
          <p:cNvPr id="16" name="Picture 15" descr="pushpull.png"/>
          <p:cNvPicPr>
            <a:picLocks noChangeAspect="1"/>
          </p:cNvPicPr>
          <p:nvPr/>
        </p:nvPicPr>
        <p:blipFill>
          <a:blip r:embed="rId3"/>
          <a:stretch>
            <a:fillRect/>
          </a:stretch>
        </p:blipFill>
        <p:spPr>
          <a:xfrm>
            <a:off x="7141457" y="3886200"/>
            <a:ext cx="3593604" cy="1691640"/>
          </a:xfrm>
          <a:prstGeom prst="rect">
            <a:avLst/>
          </a:prstGeom>
        </p:spPr>
      </p:pic>
      <p:sp>
        <p:nvSpPr>
          <p:cNvPr id="17" name="Rounded Rectangle 16"/>
          <p:cNvSpPr/>
          <p:nvPr/>
        </p:nvSpPr>
        <p:spPr>
          <a:xfrm>
            <a:off x="457200" y="5989320"/>
            <a:ext cx="11274552" cy="658368"/>
          </a:xfrm>
          <a:prstGeom prst="roundRect">
            <a:avLst>
              <a:gd name="adj" fmla="val 12000"/>
            </a:avLst>
          </a:prstGeom>
          <a:solidFill>
            <a:srgbClr val="EAF4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6272784"/>
            <a:ext cx="2011680" cy="310896"/>
          </a:xfrm>
          <a:prstGeom prst="rect">
            <a:avLst/>
          </a:prstGeom>
          <a:noFill/>
        </p:spPr>
        <p:txBody>
          <a:bodyPr wrap="square" lIns="0" tIns="0" rIns="0" bIns="0" anchor="t">
            <a:spAutoFit/>
          </a:bodyPr>
          <a:lstStyle/>
          <a:p>
            <a:pPr algn="l">
              <a:spcAft>
                <a:spcPts val="200"/>
              </a:spcAft>
            </a:pPr>
            <a:r>
              <a:rPr sz="1400" b="1">
                <a:solidFill>
                  <a:srgbClr val="0284C7"/>
                </a:solidFill>
                <a:latin typeface="Arial"/>
              </a:rPr>
              <a:t>CORE TAKEAWAY</a:t>
            </a:r>
          </a:p>
        </p:txBody>
      </p:sp>
      <p:sp>
        <p:nvSpPr>
          <p:cNvPr id="19" name="TextBox 18"/>
          <p:cNvSpPr txBox="1"/>
          <p:nvPr/>
        </p:nvSpPr>
        <p:spPr>
          <a:xfrm>
            <a:off x="1965960" y="6254496"/>
            <a:ext cx="9966960" cy="365760"/>
          </a:xfrm>
          <a:prstGeom prst="rect">
            <a:avLst/>
          </a:prstGeom>
          <a:noFill/>
        </p:spPr>
        <p:txBody>
          <a:bodyPr wrap="square" lIns="0" tIns="0" rIns="0" bIns="0" anchor="t">
            <a:spAutoFit/>
          </a:bodyPr>
          <a:lstStyle/>
          <a:p>
            <a:pPr algn="l">
              <a:spcAft>
                <a:spcPts val="200"/>
              </a:spcAft>
            </a:pPr>
            <a:r>
              <a:rPr sz="1800" b="0">
                <a:solidFill>
                  <a:srgbClr val="0F172A"/>
                </a:solidFill>
                <a:latin typeface="Arial"/>
              </a:rPr>
              <a:t>Urban micro-warehouses plus modular postponement bridge scale and agility.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6304"/>
            <a:ext cx="8686800" cy="411480"/>
          </a:xfrm>
          <a:prstGeom prst="rect">
            <a:avLst/>
          </a:prstGeom>
          <a:noFill/>
        </p:spPr>
        <p:txBody>
          <a:bodyPr wrap="square" lIns="0" tIns="0" rIns="0" bIns="0" anchor="t">
            <a:spAutoFit/>
          </a:bodyPr>
          <a:lstStyle/>
          <a:p>
            <a:pPr algn="l">
              <a:spcAft>
                <a:spcPts val="200"/>
              </a:spcAft>
            </a:pPr>
            <a:r>
              <a:rPr sz="2400" b="1">
                <a:solidFill>
                  <a:srgbClr val="165AA7"/>
                </a:solidFill>
                <a:latin typeface="Arial"/>
              </a:rPr>
              <a:t>06 / STRATEGIC RECOMMENDATIONS (PART 2)</a:t>
            </a:r>
          </a:p>
        </p:txBody>
      </p:sp>
      <p:sp>
        <p:nvSpPr>
          <p:cNvPr id="3" name="Rectangle 2"/>
          <p:cNvSpPr/>
          <p:nvPr/>
        </p:nvSpPr>
        <p:spPr>
          <a:xfrm>
            <a:off x="457200" y="502920"/>
            <a:ext cx="11274552" cy="9144"/>
          </a:xfrm>
          <a:prstGeom prst="rect">
            <a:avLst/>
          </a:prstGeom>
          <a:solidFill>
            <a:srgbClr val="D8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58368"/>
            <a:ext cx="11274552" cy="548640"/>
          </a:xfrm>
          <a:prstGeom prst="rect">
            <a:avLst/>
          </a:prstGeom>
          <a:noFill/>
        </p:spPr>
        <p:txBody>
          <a:bodyPr wrap="square" lIns="0" tIns="0" rIns="0" bIns="0" anchor="t">
            <a:spAutoFit/>
          </a:bodyPr>
          <a:lstStyle/>
          <a:p>
            <a:pPr algn="l">
              <a:spcAft>
                <a:spcPts val="200"/>
              </a:spcAft>
            </a:pPr>
            <a:r>
              <a:rPr sz="2900" b="1">
                <a:solidFill>
                  <a:srgbClr val="0F172A"/>
                </a:solidFill>
                <a:latin typeface="Arial"/>
              </a:rPr>
              <a:t>Building Supply Chain Resilience &amp; Circular Compliance</a:t>
            </a:r>
          </a:p>
        </p:txBody>
      </p:sp>
      <p:sp>
        <p:nvSpPr>
          <p:cNvPr id="5" name="TextBox 4"/>
          <p:cNvSpPr txBox="1"/>
          <p:nvPr/>
        </p:nvSpPr>
        <p:spPr>
          <a:xfrm>
            <a:off x="457200" y="1207008"/>
            <a:ext cx="11274552" cy="502920"/>
          </a:xfrm>
          <a:prstGeom prst="rect">
            <a:avLst/>
          </a:prstGeom>
          <a:noFill/>
        </p:spPr>
        <p:txBody>
          <a:bodyPr wrap="square" lIns="0" tIns="0" rIns="0" bIns="0" anchor="t">
            <a:spAutoFit/>
          </a:bodyPr>
          <a:lstStyle/>
          <a:p>
            <a:pPr algn="l">
              <a:spcAft>
                <a:spcPts val="200"/>
              </a:spcAft>
            </a:pPr>
            <a:r>
              <a:rPr sz="1600" b="0">
                <a:solidFill>
                  <a:srgbClr val="475569"/>
                </a:solidFill>
                <a:latin typeface="Arial"/>
              </a:rPr>
              <a:t>Hedging against ocean shipping disruptions, raw material inflation, and ESG risks</a:t>
            </a:r>
          </a:p>
        </p:txBody>
      </p:sp>
      <p:sp>
        <p:nvSpPr>
          <p:cNvPr id="6" name="Rounded Rectangle 5"/>
          <p:cNvSpPr/>
          <p:nvPr/>
        </p:nvSpPr>
        <p:spPr>
          <a:xfrm>
            <a:off x="457200" y="1783080"/>
            <a:ext cx="5559552" cy="397763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 y="1965960"/>
            <a:ext cx="384048" cy="237744"/>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1920240"/>
            <a:ext cx="475488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03 / Dual-Sourcing &amp; Nearshoring</a:t>
            </a:r>
          </a:p>
        </p:txBody>
      </p:sp>
      <p:sp>
        <p:nvSpPr>
          <p:cNvPr id="9" name="TextBox 8"/>
          <p:cNvSpPr txBox="1"/>
          <p:nvPr/>
        </p:nvSpPr>
        <p:spPr>
          <a:xfrm>
            <a:off x="676656" y="2331720"/>
            <a:ext cx="5120640" cy="2468880"/>
          </a:xfrm>
          <a:prstGeom prst="rect">
            <a:avLst/>
          </a:prstGeom>
          <a:noFill/>
        </p:spPr>
        <p:txBody>
          <a:bodyPr wrap="square" lIns="0" tIns="0" rIns="0" bIns="0">
            <a:spAutoFit/>
          </a:bodyPr>
          <a:lstStyle/>
          <a:p>
            <a:pPr>
              <a:lnSpc>
                <a:spcPct val="100000"/>
              </a:lnSpc>
              <a:spcAft>
                <a:spcPts val="800"/>
              </a:spcAft>
            </a:pPr>
            <a:r>
              <a:rPr sz="1800" b="1">
                <a:solidFill>
                  <a:srgbClr val="0F172A"/>
                </a:solidFill>
                <a:latin typeface="Arial"/>
              </a:rPr>
              <a:t>▸ 70% Global Base Hubs: Keep stable products in major hubs (Poland, Asia) to preserve scale cost.
▸ 30% Nearshore Buffer: Expand regional capacity in Europe and North America for seasonal items.
▸ Expected Impact: Cuts lead times by 30% and buffers Red Sea-style crises.</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p:txBody>
      </p:sp>
      <p:pic>
        <p:nvPicPr>
          <p:cNvPr id="10" name="Picture 9" descr="sourcing.png"/>
          <p:cNvPicPr>
            <a:picLocks noChangeAspect="1"/>
          </p:cNvPicPr>
          <p:nvPr/>
        </p:nvPicPr>
        <p:blipFill>
          <a:blip r:embed="rId2"/>
          <a:stretch>
            <a:fillRect/>
          </a:stretch>
        </p:blipFill>
        <p:spPr>
          <a:xfrm>
            <a:off x="1426457" y="3886200"/>
            <a:ext cx="3593604" cy="1691640"/>
          </a:xfrm>
          <a:prstGeom prst="rect">
            <a:avLst/>
          </a:prstGeom>
        </p:spPr>
      </p:pic>
      <p:sp>
        <p:nvSpPr>
          <p:cNvPr id="11" name="Rounded Rectangle 10"/>
          <p:cNvSpPr/>
          <p:nvPr/>
        </p:nvSpPr>
        <p:spPr>
          <a:xfrm>
            <a:off x="6172200" y="1783080"/>
            <a:ext cx="5559552" cy="3977639"/>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36792" y="1965960"/>
            <a:ext cx="384048" cy="237744"/>
          </a:xfrm>
          <a:prstGeom prst="roundRect">
            <a:avLst>
              <a:gd name="adj" fmla="val 2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93992" y="1920240"/>
            <a:ext cx="475488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04 / Circular Buy-Back &amp; Tracking</a:t>
            </a:r>
          </a:p>
        </p:txBody>
      </p:sp>
      <p:sp>
        <p:nvSpPr>
          <p:cNvPr id="14" name="TextBox 13"/>
          <p:cNvSpPr txBox="1"/>
          <p:nvPr/>
        </p:nvSpPr>
        <p:spPr>
          <a:xfrm>
            <a:off x="6391656" y="2331720"/>
            <a:ext cx="5120640" cy="2468880"/>
          </a:xfrm>
          <a:prstGeom prst="rect">
            <a:avLst/>
          </a:prstGeom>
          <a:noFill/>
        </p:spPr>
        <p:txBody>
          <a:bodyPr wrap="square" lIns="0" tIns="0" rIns="0" bIns="0">
            <a:spAutoFit/>
          </a:bodyPr>
          <a:lstStyle/>
          <a:p>
            <a:pPr>
              <a:lnSpc>
                <a:spcPct val="100000"/>
              </a:lnSpc>
              <a:spcAft>
                <a:spcPts val="800"/>
              </a:spcAft>
            </a:pPr>
            <a:r>
              <a:rPr sz="1800" b="1">
                <a:solidFill>
                  <a:srgbClr val="0F172A"/>
                </a:solidFill>
                <a:latin typeface="Arial"/>
              </a:rPr>
              <a:t>▸ Scale Circular Loops: Expand Buy Back &amp; Resell to recover furniture and reprocess timber.
▸ Tier-2/3 Digital Traceability: Track sub-suppliers to verify 100% FSC compliance under EU rules.
▸ Expected Impact: Hedges raw-material inflation and closes ESG blindspots.</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a:p>
            <a:pPr>
              <a:lnSpc>
                <a:spcPct val="100000"/>
              </a:lnSpc>
              <a:spcAft>
                <a:spcPts val="800"/>
              </a:spcAft>
            </a:pPr>
            <a:r>
              <a:rPr sz="1800" b="1">
                <a:solidFill>
                  <a:srgbClr val="0F172A"/>
                </a:solidFill>
                <a:latin typeface="Arial"/>
              </a:rPr>
              <a:t/>
            </a:r>
            <a:r>
              <a:rPr sz="1800">
                <a:solidFill>
                  <a:srgbClr val="475569"/>
                </a:solidFill>
                <a:latin typeface="Arial"/>
              </a:rPr>
              <a:t/>
            </a:r>
          </a:p>
        </p:txBody>
      </p:sp>
      <p:pic>
        <p:nvPicPr>
          <p:cNvPr id="15" name="Picture 14" descr="circular.png"/>
          <p:cNvPicPr>
            <a:picLocks noChangeAspect="1"/>
          </p:cNvPicPr>
          <p:nvPr/>
        </p:nvPicPr>
        <p:blipFill>
          <a:blip r:embed="rId3"/>
          <a:stretch>
            <a:fillRect/>
          </a:stretch>
        </p:blipFill>
        <p:spPr>
          <a:xfrm>
            <a:off x="7141457" y="3886200"/>
            <a:ext cx="3593604" cy="1691640"/>
          </a:xfrm>
          <a:prstGeom prst="rect">
            <a:avLst/>
          </a:prstGeom>
        </p:spPr>
      </p:pic>
      <p:sp>
        <p:nvSpPr>
          <p:cNvPr id="16" name="Rounded Rectangle 15"/>
          <p:cNvSpPr/>
          <p:nvPr/>
        </p:nvSpPr>
        <p:spPr>
          <a:xfrm>
            <a:off x="457200" y="5989320"/>
            <a:ext cx="11274552" cy="658368"/>
          </a:xfrm>
          <a:prstGeom prst="roundRect">
            <a:avLst>
              <a:gd name="adj" fmla="val 12000"/>
            </a:avLst>
          </a:prstGeom>
          <a:solidFill>
            <a:srgbClr val="EAF4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6272784"/>
            <a:ext cx="2011680" cy="310896"/>
          </a:xfrm>
          <a:prstGeom prst="rect">
            <a:avLst/>
          </a:prstGeom>
          <a:noFill/>
        </p:spPr>
        <p:txBody>
          <a:bodyPr wrap="square" lIns="0" tIns="0" rIns="0" bIns="0" anchor="t">
            <a:spAutoFit/>
          </a:bodyPr>
          <a:lstStyle/>
          <a:p>
            <a:pPr algn="l">
              <a:spcAft>
                <a:spcPts val="200"/>
              </a:spcAft>
            </a:pPr>
            <a:r>
              <a:rPr sz="1400" b="1">
                <a:solidFill>
                  <a:srgbClr val="0284C7"/>
                </a:solidFill>
                <a:latin typeface="Arial"/>
              </a:rPr>
              <a:t>CORE TAKEAWAY</a:t>
            </a:r>
          </a:p>
        </p:txBody>
      </p:sp>
      <p:sp>
        <p:nvSpPr>
          <p:cNvPr id="18" name="TextBox 17"/>
          <p:cNvSpPr txBox="1"/>
          <p:nvPr/>
        </p:nvSpPr>
        <p:spPr>
          <a:xfrm>
            <a:off x="1965960" y="6254496"/>
            <a:ext cx="9966960" cy="365760"/>
          </a:xfrm>
          <a:prstGeom prst="rect">
            <a:avLst/>
          </a:prstGeom>
          <a:noFill/>
        </p:spPr>
        <p:txBody>
          <a:bodyPr wrap="square" lIns="0" tIns="0" rIns="0" bIns="0" anchor="t">
            <a:spAutoFit/>
          </a:bodyPr>
          <a:lstStyle/>
          <a:p>
            <a:pPr algn="l">
              <a:spcAft>
                <a:spcPts val="200"/>
              </a:spcAft>
            </a:pPr>
            <a:r>
              <a:rPr sz="1800" b="0">
                <a:solidFill>
                  <a:srgbClr val="0F172A"/>
                </a:solidFill>
                <a:latin typeface="Arial"/>
              </a:rPr>
              <a:t>Dual-track sourcing secures continuity; circular recovery turns ESG into a hedge.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6304"/>
            <a:ext cx="8686800" cy="411480"/>
          </a:xfrm>
          <a:prstGeom prst="rect">
            <a:avLst/>
          </a:prstGeom>
          <a:noFill/>
        </p:spPr>
        <p:txBody>
          <a:bodyPr wrap="square" lIns="0" tIns="0" rIns="0" bIns="0" anchor="t">
            <a:spAutoFit/>
          </a:bodyPr>
          <a:lstStyle/>
          <a:p>
            <a:pPr algn="l">
              <a:spcAft>
                <a:spcPts val="200"/>
              </a:spcAft>
            </a:pPr>
            <a:r>
              <a:rPr sz="2400" b="1">
                <a:solidFill>
                  <a:srgbClr val="165AA7"/>
                </a:solidFill>
                <a:latin typeface="Arial"/>
              </a:rPr>
              <a:t>06 / IMPLEMENTATION ROADMAP</a:t>
            </a:r>
          </a:p>
        </p:txBody>
      </p:sp>
      <p:sp>
        <p:nvSpPr>
          <p:cNvPr id="3" name="Rectangle 2"/>
          <p:cNvSpPr/>
          <p:nvPr/>
        </p:nvSpPr>
        <p:spPr>
          <a:xfrm>
            <a:off x="457200" y="502920"/>
            <a:ext cx="11274552" cy="9144"/>
          </a:xfrm>
          <a:prstGeom prst="rect">
            <a:avLst/>
          </a:prstGeom>
          <a:solidFill>
            <a:srgbClr val="D8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58368"/>
            <a:ext cx="11274552" cy="548640"/>
          </a:xfrm>
          <a:prstGeom prst="rect">
            <a:avLst/>
          </a:prstGeom>
          <a:noFill/>
        </p:spPr>
        <p:txBody>
          <a:bodyPr wrap="square" lIns="0" tIns="0" rIns="0" bIns="0" anchor="t">
            <a:spAutoFit/>
          </a:bodyPr>
          <a:lstStyle/>
          <a:p>
            <a:pPr algn="l">
              <a:spcAft>
                <a:spcPts val="200"/>
              </a:spcAft>
            </a:pPr>
            <a:r>
              <a:rPr sz="2900" b="1">
                <a:solidFill>
                  <a:srgbClr val="0F172A"/>
                </a:solidFill>
                <a:latin typeface="Arial"/>
              </a:rPr>
              <a:t>Phased Implementation Roadmap &amp; Radar Gap Closure</a:t>
            </a:r>
          </a:p>
        </p:txBody>
      </p:sp>
      <p:sp>
        <p:nvSpPr>
          <p:cNvPr id="5" name="TextBox 4"/>
          <p:cNvSpPr txBox="1"/>
          <p:nvPr/>
        </p:nvSpPr>
        <p:spPr>
          <a:xfrm>
            <a:off x="457200" y="1207008"/>
            <a:ext cx="11274552" cy="502920"/>
          </a:xfrm>
          <a:prstGeom prst="rect">
            <a:avLst/>
          </a:prstGeom>
          <a:noFill/>
        </p:spPr>
        <p:txBody>
          <a:bodyPr wrap="square" lIns="0" tIns="0" rIns="0" bIns="0" anchor="t">
            <a:spAutoFit/>
          </a:bodyPr>
          <a:lstStyle/>
          <a:p>
            <a:pPr algn="l">
              <a:spcAft>
                <a:spcPts val="200"/>
              </a:spcAft>
            </a:pPr>
            <a:r>
              <a:rPr sz="1600" b="0">
                <a:solidFill>
                  <a:srgbClr val="475569"/>
                </a:solidFill>
                <a:latin typeface="Arial"/>
              </a:rPr>
              <a:t>How the four recommendations close the performance gaps against MUJI</a:t>
            </a:r>
          </a:p>
        </p:txBody>
      </p:sp>
      <p:sp>
        <p:nvSpPr>
          <p:cNvPr id="6" name="Rounded Rectangle 5"/>
          <p:cNvSpPr/>
          <p:nvPr/>
        </p:nvSpPr>
        <p:spPr>
          <a:xfrm>
            <a:off x="457200" y="1737360"/>
            <a:ext cx="11274552" cy="868680"/>
          </a:xfrm>
          <a:prstGeom prst="roundRect">
            <a:avLst>
              <a:gd name="adj" fmla="val 1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783080"/>
            <a:ext cx="2651760" cy="365760"/>
          </a:xfrm>
          <a:prstGeom prst="rect">
            <a:avLst/>
          </a:prstGeom>
          <a:noFill/>
        </p:spPr>
        <p:txBody>
          <a:bodyPr wrap="square" lIns="0" tIns="0" rIns="0" bIns="0" anchor="t">
            <a:spAutoFit/>
          </a:bodyPr>
          <a:lstStyle/>
          <a:p>
            <a:pPr algn="l">
              <a:spcAft>
                <a:spcPts val="200"/>
              </a:spcAft>
            </a:pPr>
            <a:r>
              <a:rPr sz="2000" b="1">
                <a:solidFill>
                  <a:srgbClr val="0058A3"/>
                </a:solidFill>
                <a:latin typeface="Arial"/>
              </a:rPr>
              <a:t>Responsiveness ↑</a:t>
            </a:r>
          </a:p>
        </p:txBody>
      </p:sp>
      <p:sp>
        <p:nvSpPr>
          <p:cNvPr id="8" name="TextBox 7"/>
          <p:cNvSpPr txBox="1"/>
          <p:nvPr/>
        </p:nvSpPr>
        <p:spPr>
          <a:xfrm>
            <a:off x="658368" y="2148840"/>
            <a:ext cx="2651760" cy="566928"/>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Urban MFCs + EV fleets</a:t>
            </a:r>
          </a:p>
        </p:txBody>
      </p:sp>
      <p:sp>
        <p:nvSpPr>
          <p:cNvPr id="9" name="TextBox 8"/>
          <p:cNvSpPr txBox="1"/>
          <p:nvPr/>
        </p:nvSpPr>
        <p:spPr>
          <a:xfrm>
            <a:off x="3456432" y="1783080"/>
            <a:ext cx="2651760" cy="365760"/>
          </a:xfrm>
          <a:prstGeom prst="rect">
            <a:avLst/>
          </a:prstGeom>
          <a:noFill/>
        </p:spPr>
        <p:txBody>
          <a:bodyPr wrap="square" lIns="0" tIns="0" rIns="0" bIns="0" anchor="t">
            <a:spAutoFit/>
          </a:bodyPr>
          <a:lstStyle/>
          <a:p>
            <a:pPr algn="l">
              <a:spcAft>
                <a:spcPts val="200"/>
              </a:spcAft>
            </a:pPr>
            <a:r>
              <a:rPr sz="2000" b="1">
                <a:solidFill>
                  <a:srgbClr val="0284C7"/>
                </a:solidFill>
                <a:latin typeface="Arial"/>
              </a:rPr>
              <a:t>Flexibility ↑</a:t>
            </a:r>
          </a:p>
        </p:txBody>
      </p:sp>
      <p:sp>
        <p:nvSpPr>
          <p:cNvPr id="10" name="TextBox 9"/>
          <p:cNvSpPr txBox="1"/>
          <p:nvPr/>
        </p:nvSpPr>
        <p:spPr>
          <a:xfrm>
            <a:off x="3456432" y="2148840"/>
            <a:ext cx="2651760" cy="566928"/>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Push-Pull postponement</a:t>
            </a:r>
          </a:p>
        </p:txBody>
      </p:sp>
      <p:sp>
        <p:nvSpPr>
          <p:cNvPr id="11" name="TextBox 10"/>
          <p:cNvSpPr txBox="1"/>
          <p:nvPr/>
        </p:nvSpPr>
        <p:spPr>
          <a:xfrm>
            <a:off x="6254496" y="1783080"/>
            <a:ext cx="2651760" cy="365760"/>
          </a:xfrm>
          <a:prstGeom prst="rect">
            <a:avLst/>
          </a:prstGeom>
          <a:noFill/>
        </p:spPr>
        <p:txBody>
          <a:bodyPr wrap="square" lIns="0" tIns="0" rIns="0" bIns="0" anchor="t">
            <a:spAutoFit/>
          </a:bodyPr>
          <a:lstStyle/>
          <a:p>
            <a:pPr algn="l">
              <a:spcAft>
                <a:spcPts val="200"/>
              </a:spcAft>
            </a:pPr>
            <a:r>
              <a:rPr sz="2000" b="1">
                <a:solidFill>
                  <a:srgbClr val="10B981"/>
                </a:solidFill>
                <a:latin typeface="Arial"/>
              </a:rPr>
              <a:t>Resilience ↑</a:t>
            </a:r>
          </a:p>
        </p:txBody>
      </p:sp>
      <p:sp>
        <p:nvSpPr>
          <p:cNvPr id="12" name="TextBox 11"/>
          <p:cNvSpPr txBox="1"/>
          <p:nvPr/>
        </p:nvSpPr>
        <p:spPr>
          <a:xfrm>
            <a:off x="6254496" y="2148840"/>
            <a:ext cx="2651760" cy="566928"/>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70/30 dual-sourcing</a:t>
            </a:r>
          </a:p>
        </p:txBody>
      </p:sp>
      <p:sp>
        <p:nvSpPr>
          <p:cNvPr id="13" name="TextBox 12"/>
          <p:cNvSpPr txBox="1"/>
          <p:nvPr/>
        </p:nvSpPr>
        <p:spPr>
          <a:xfrm>
            <a:off x="9052560" y="1783080"/>
            <a:ext cx="2651760" cy="365760"/>
          </a:xfrm>
          <a:prstGeom prst="rect">
            <a:avLst/>
          </a:prstGeom>
          <a:noFill/>
        </p:spPr>
        <p:txBody>
          <a:bodyPr wrap="square" lIns="0" tIns="0" rIns="0" bIns="0" anchor="t">
            <a:spAutoFit/>
          </a:bodyPr>
          <a:lstStyle/>
          <a:p>
            <a:pPr algn="l">
              <a:spcAft>
                <a:spcPts val="200"/>
              </a:spcAft>
            </a:pPr>
            <a:r>
              <a:rPr sz="2000" b="1">
                <a:solidFill>
                  <a:srgbClr val="F59E0B"/>
                </a:solidFill>
                <a:latin typeface="Arial"/>
              </a:rPr>
              <a:t>Sustainability ↑</a:t>
            </a:r>
          </a:p>
        </p:txBody>
      </p:sp>
      <p:sp>
        <p:nvSpPr>
          <p:cNvPr id="14" name="TextBox 13"/>
          <p:cNvSpPr txBox="1"/>
          <p:nvPr/>
        </p:nvSpPr>
        <p:spPr>
          <a:xfrm>
            <a:off x="9052560" y="2148840"/>
            <a:ext cx="2651760" cy="566928"/>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Buy-back + Tier-2/3 tracking</a:t>
            </a:r>
          </a:p>
        </p:txBody>
      </p:sp>
      <p:sp>
        <p:nvSpPr>
          <p:cNvPr id="15" name="Rounded Rectangle 14"/>
          <p:cNvSpPr/>
          <p:nvPr/>
        </p:nvSpPr>
        <p:spPr>
          <a:xfrm>
            <a:off x="457200" y="2788920"/>
            <a:ext cx="3611880" cy="224028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971800"/>
            <a:ext cx="502920" cy="91440"/>
          </a:xfrm>
          <a:prstGeom prst="roundRect">
            <a:avLst>
              <a:gd name="adj" fmla="val 20000"/>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063240"/>
            <a:ext cx="320040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Phase 1  Short-Term</a:t>
            </a:r>
          </a:p>
        </p:txBody>
      </p:sp>
      <p:sp>
        <p:nvSpPr>
          <p:cNvPr id="18" name="TextBox 17"/>
          <p:cNvSpPr txBox="1"/>
          <p:nvPr/>
        </p:nvSpPr>
        <p:spPr>
          <a:xfrm>
            <a:off x="658368" y="3474720"/>
            <a:ext cx="3200400" cy="384048"/>
          </a:xfrm>
          <a:prstGeom prst="rect">
            <a:avLst/>
          </a:prstGeom>
          <a:noFill/>
        </p:spPr>
        <p:txBody>
          <a:bodyPr wrap="square" lIns="0" tIns="0" rIns="0" bIns="0" anchor="t">
            <a:spAutoFit/>
          </a:bodyPr>
          <a:lstStyle/>
          <a:p>
            <a:pPr algn="l">
              <a:spcAft>
                <a:spcPts val="200"/>
              </a:spcAft>
            </a:pPr>
            <a:r>
              <a:rPr sz="1800" b="1">
                <a:solidFill>
                  <a:srgbClr val="0058A3"/>
                </a:solidFill>
                <a:latin typeface="Arial"/>
              </a:rPr>
              <a:t>Quick Wins in Fulfillment</a:t>
            </a:r>
          </a:p>
        </p:txBody>
      </p:sp>
      <p:sp>
        <p:nvSpPr>
          <p:cNvPr id="19" name="TextBox 18"/>
          <p:cNvSpPr txBox="1"/>
          <p:nvPr/>
        </p:nvSpPr>
        <p:spPr>
          <a:xfrm>
            <a:off x="658368" y="3886200"/>
            <a:ext cx="3200400" cy="1600200"/>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Pilot urban MFCs and EV fleets in major metros; unify store POS and online inventory.</a:t>
            </a:r>
          </a:p>
        </p:txBody>
      </p:sp>
      <p:sp>
        <p:nvSpPr>
          <p:cNvPr id="20" name="Rounded Rectangle 19"/>
          <p:cNvSpPr/>
          <p:nvPr/>
        </p:nvSpPr>
        <p:spPr>
          <a:xfrm>
            <a:off x="4233672" y="2788920"/>
            <a:ext cx="3611880" cy="224028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416552" y="2971800"/>
            <a:ext cx="502920" cy="91440"/>
          </a:xfrm>
          <a:prstGeom prst="roundRect">
            <a:avLst>
              <a:gd name="adj" fmla="val 2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4840" y="3063240"/>
            <a:ext cx="320040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Phase 2  Mid-Term</a:t>
            </a:r>
          </a:p>
        </p:txBody>
      </p:sp>
      <p:sp>
        <p:nvSpPr>
          <p:cNvPr id="23" name="TextBox 22"/>
          <p:cNvSpPr txBox="1"/>
          <p:nvPr/>
        </p:nvSpPr>
        <p:spPr>
          <a:xfrm>
            <a:off x="4434840" y="3474720"/>
            <a:ext cx="3200400" cy="384048"/>
          </a:xfrm>
          <a:prstGeom prst="rect">
            <a:avLst/>
          </a:prstGeom>
          <a:noFill/>
        </p:spPr>
        <p:txBody>
          <a:bodyPr wrap="square" lIns="0" tIns="0" rIns="0" bIns="0" anchor="t">
            <a:spAutoFit/>
          </a:bodyPr>
          <a:lstStyle/>
          <a:p>
            <a:pPr algn="l">
              <a:spcAft>
                <a:spcPts val="200"/>
              </a:spcAft>
            </a:pPr>
            <a:r>
              <a:rPr sz="1800" b="1">
                <a:solidFill>
                  <a:srgbClr val="0284C7"/>
                </a:solidFill>
                <a:latin typeface="Arial"/>
              </a:rPr>
              <a:t>Structural Agility</a:t>
            </a:r>
          </a:p>
        </p:txBody>
      </p:sp>
      <p:sp>
        <p:nvSpPr>
          <p:cNvPr id="24" name="TextBox 23"/>
          <p:cNvSpPr txBox="1"/>
          <p:nvPr/>
        </p:nvSpPr>
        <p:spPr>
          <a:xfrm>
            <a:off x="4434840" y="3886200"/>
            <a:ext cx="3200400" cy="1600200"/>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Roll out modular postponement for seasonal lines; build 30% nearshore backup capacity.</a:t>
            </a:r>
          </a:p>
        </p:txBody>
      </p:sp>
      <p:sp>
        <p:nvSpPr>
          <p:cNvPr id="25" name="Rounded Rectangle 24"/>
          <p:cNvSpPr/>
          <p:nvPr/>
        </p:nvSpPr>
        <p:spPr>
          <a:xfrm>
            <a:off x="8010144" y="2788920"/>
            <a:ext cx="3611880" cy="224028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193023" y="2971800"/>
            <a:ext cx="502920" cy="91440"/>
          </a:xfrm>
          <a:prstGeom prst="roundRect">
            <a:avLst>
              <a:gd name="adj" fmla="val 2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11312" y="3063240"/>
            <a:ext cx="3200400" cy="384048"/>
          </a:xfrm>
          <a:prstGeom prst="rect">
            <a:avLst/>
          </a:prstGeom>
          <a:noFill/>
        </p:spPr>
        <p:txBody>
          <a:bodyPr wrap="square" lIns="0" tIns="0" rIns="0" bIns="0" anchor="t">
            <a:spAutoFit/>
          </a:bodyPr>
          <a:lstStyle/>
          <a:p>
            <a:pPr algn="l">
              <a:spcAft>
                <a:spcPts val="200"/>
              </a:spcAft>
            </a:pPr>
            <a:r>
              <a:rPr sz="2000" b="1">
                <a:solidFill>
                  <a:srgbClr val="0F172A"/>
                </a:solidFill>
                <a:latin typeface="Arial"/>
              </a:rPr>
              <a:t>Phase 3  Long-Term</a:t>
            </a:r>
          </a:p>
        </p:txBody>
      </p:sp>
      <p:sp>
        <p:nvSpPr>
          <p:cNvPr id="28" name="TextBox 27"/>
          <p:cNvSpPr txBox="1"/>
          <p:nvPr/>
        </p:nvSpPr>
        <p:spPr>
          <a:xfrm>
            <a:off x="8211312" y="3474720"/>
            <a:ext cx="3200400" cy="384048"/>
          </a:xfrm>
          <a:prstGeom prst="rect">
            <a:avLst/>
          </a:prstGeom>
          <a:noFill/>
        </p:spPr>
        <p:txBody>
          <a:bodyPr wrap="square" lIns="0" tIns="0" rIns="0" bIns="0" anchor="t">
            <a:spAutoFit/>
          </a:bodyPr>
          <a:lstStyle/>
          <a:p>
            <a:pPr algn="l">
              <a:spcAft>
                <a:spcPts val="200"/>
              </a:spcAft>
            </a:pPr>
            <a:r>
              <a:rPr sz="1800" b="1">
                <a:solidFill>
                  <a:srgbClr val="10B981"/>
                </a:solidFill>
                <a:latin typeface="Arial"/>
              </a:rPr>
              <a:t>Closed-Loop Ecosystem</a:t>
            </a:r>
          </a:p>
        </p:txBody>
      </p:sp>
      <p:sp>
        <p:nvSpPr>
          <p:cNvPr id="29" name="TextBox 28"/>
          <p:cNvSpPr txBox="1"/>
          <p:nvPr/>
        </p:nvSpPr>
        <p:spPr>
          <a:xfrm>
            <a:off x="8211312" y="3886200"/>
            <a:ext cx="3200400" cy="1600200"/>
          </a:xfrm>
          <a:prstGeom prst="rect">
            <a:avLst/>
          </a:prstGeom>
          <a:noFill/>
        </p:spPr>
        <p:txBody>
          <a:bodyPr wrap="square" lIns="0" tIns="0" rIns="0" bIns="0" anchor="t">
            <a:spAutoFit/>
          </a:bodyPr>
          <a:lstStyle/>
          <a:p>
            <a:pPr algn="l">
              <a:spcAft>
                <a:spcPts val="200"/>
              </a:spcAft>
            </a:pPr>
            <a:r>
              <a:rPr sz="1800" b="0">
                <a:solidFill>
                  <a:srgbClr val="475569"/>
                </a:solidFill>
                <a:latin typeface="Arial"/>
              </a:rPr>
              <a:t>Scale buy-back and timber recycling; reach 100% traceability down to Tier-2/3.</a:t>
            </a:r>
          </a:p>
        </p:txBody>
      </p:sp>
      <p:pic>
        <p:nvPicPr>
          <p:cNvPr id="30" name="Picture 29" descr="timeline.png"/>
          <p:cNvPicPr>
            <a:picLocks noChangeAspect="1"/>
          </p:cNvPicPr>
          <p:nvPr/>
        </p:nvPicPr>
        <p:blipFill>
          <a:blip r:embed="rId2"/>
          <a:stretch>
            <a:fillRect/>
          </a:stretch>
        </p:blipFill>
        <p:spPr>
          <a:xfrm>
            <a:off x="3249676" y="5166360"/>
            <a:ext cx="5689600" cy="1097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6304"/>
            <a:ext cx="8686800" cy="411480"/>
          </a:xfrm>
          <a:prstGeom prst="rect">
            <a:avLst/>
          </a:prstGeom>
          <a:noFill/>
        </p:spPr>
        <p:txBody>
          <a:bodyPr wrap="square" lIns="0" tIns="0" rIns="0" bIns="0" anchor="t">
            <a:spAutoFit/>
          </a:bodyPr>
          <a:lstStyle/>
          <a:p>
            <a:pPr algn="l">
              <a:spcAft>
                <a:spcPts val="200"/>
              </a:spcAft>
            </a:pPr>
            <a:r>
              <a:rPr sz="2400" b="1">
                <a:solidFill>
                  <a:srgbClr val="165AA7"/>
                </a:solidFill>
                <a:latin typeface="Arial"/>
              </a:rPr>
              <a:t>06 / CONCLUSION &amp; SUMMARY</a:t>
            </a:r>
          </a:p>
        </p:txBody>
      </p:sp>
      <p:sp>
        <p:nvSpPr>
          <p:cNvPr id="3" name="Rectangle 2"/>
          <p:cNvSpPr/>
          <p:nvPr/>
        </p:nvSpPr>
        <p:spPr>
          <a:xfrm>
            <a:off x="457200" y="502920"/>
            <a:ext cx="11274552" cy="9144"/>
          </a:xfrm>
          <a:prstGeom prst="rect">
            <a:avLst/>
          </a:prstGeom>
          <a:solidFill>
            <a:srgbClr val="D8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58368"/>
            <a:ext cx="11274552" cy="822960"/>
          </a:xfrm>
          <a:prstGeom prst="rect">
            <a:avLst/>
          </a:prstGeom>
          <a:noFill/>
        </p:spPr>
        <p:txBody>
          <a:bodyPr wrap="square" lIns="0" tIns="0" rIns="0" bIns="0" anchor="t">
            <a:spAutoFit/>
          </a:bodyPr>
          <a:lstStyle/>
          <a:p>
            <a:pPr algn="l">
              <a:spcAft>
                <a:spcPts val="200"/>
              </a:spcAft>
            </a:pPr>
            <a:r>
              <a:rPr sz="2500" b="1">
                <a:solidFill>
                  <a:srgbClr val="0F172A"/>
                </a:solidFill>
                <a:latin typeface="Arial"/>
              </a:rPr>
              <a:t>Conclusion: Balancing Efficiency, Agility and Resilience</a:t>
            </a:r>
          </a:p>
        </p:txBody>
      </p:sp>
      <p:sp>
        <p:nvSpPr>
          <p:cNvPr id="5" name="TextBox 4"/>
          <p:cNvSpPr txBox="1"/>
          <p:nvPr/>
        </p:nvSpPr>
        <p:spPr>
          <a:xfrm>
            <a:off x="457200" y="1517904"/>
            <a:ext cx="11274552" cy="502920"/>
          </a:xfrm>
          <a:prstGeom prst="rect">
            <a:avLst/>
          </a:prstGeom>
          <a:noFill/>
        </p:spPr>
        <p:txBody>
          <a:bodyPr wrap="square" lIns="0" tIns="0" rIns="0" bIns="0" anchor="t">
            <a:spAutoFit/>
          </a:bodyPr>
          <a:lstStyle/>
          <a:p>
            <a:pPr algn="l">
              <a:spcAft>
                <a:spcPts val="200"/>
              </a:spcAft>
            </a:pPr>
            <a:r>
              <a:rPr sz="1600" b="0">
                <a:solidFill>
                  <a:srgbClr val="475569"/>
                </a:solidFill>
                <a:latin typeface="Arial"/>
              </a:rPr>
              <a:t>Key takeaways from IKEA's supply chain model and competitor benchmarking</a:t>
            </a:r>
          </a:p>
        </p:txBody>
      </p:sp>
      <p:sp>
        <p:nvSpPr>
          <p:cNvPr id="6" name="Rounded Rectangle 5"/>
          <p:cNvSpPr/>
          <p:nvPr/>
        </p:nvSpPr>
        <p:spPr>
          <a:xfrm>
            <a:off x="457200" y="1828800"/>
            <a:ext cx="4800600" cy="4206240"/>
          </a:xfrm>
          <a:prstGeom prst="roundRect">
            <a:avLst>
              <a:gd name="adj" fmla="val 4000"/>
            </a:avLst>
          </a:prstGeom>
          <a:solidFill>
            <a:srgbClr val="FFFFFF"/>
          </a:solidFill>
          <a:ln w="1270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dirty="0">
              <a:solidFill>
                <a:srgbClr val="94A3B8"/>
              </a:solidFill>
              <a:latin typeface="Arial"/>
            </a:endParaRPr>
          </a:p>
        </p:txBody>
      </p:sp>
      <p:sp>
        <p:nvSpPr>
          <p:cNvPr id="7" name="TextBox 6"/>
          <p:cNvSpPr txBox="1"/>
          <p:nvPr/>
        </p:nvSpPr>
        <p:spPr>
          <a:xfrm>
            <a:off x="5577840" y="2011680"/>
            <a:ext cx="6126480" cy="457200"/>
          </a:xfrm>
          <a:prstGeom prst="rect">
            <a:avLst/>
          </a:prstGeom>
          <a:noFill/>
        </p:spPr>
        <p:txBody>
          <a:bodyPr wrap="square" lIns="0" tIns="0" rIns="0" bIns="0" anchor="t">
            <a:spAutoFit/>
          </a:bodyPr>
          <a:lstStyle/>
          <a:p>
            <a:pPr algn="l">
              <a:spcAft>
                <a:spcPts val="200"/>
              </a:spcAft>
            </a:pPr>
            <a:r>
              <a:rPr sz="2200" b="1">
                <a:solidFill>
                  <a:srgbClr val="F59E0B"/>
                </a:solidFill>
                <a:latin typeface="Arial"/>
              </a:rPr>
              <a:t>Core Takeaway</a:t>
            </a:r>
          </a:p>
        </p:txBody>
      </p:sp>
      <p:sp>
        <p:nvSpPr>
          <p:cNvPr id="8" name="TextBox 7"/>
          <p:cNvSpPr txBox="1"/>
          <p:nvPr/>
        </p:nvSpPr>
        <p:spPr>
          <a:xfrm>
            <a:off x="5577840" y="2651760"/>
            <a:ext cx="6126480" cy="3566160"/>
          </a:xfrm>
          <a:prstGeom prst="rect">
            <a:avLst/>
          </a:prstGeom>
          <a:noFill/>
        </p:spPr>
        <p:txBody>
          <a:bodyPr wrap="square" lIns="0" tIns="0" rIns="0" bIns="0">
            <a:spAutoFit/>
          </a:bodyPr>
          <a:lstStyle/>
          <a:p>
            <a:pPr>
              <a:lnSpc>
                <a:spcPct val="155000"/>
              </a:lnSpc>
              <a:spcAft>
                <a:spcPts val="600"/>
              </a:spcAft>
            </a:pPr>
            <a:r>
              <a:rPr sz="1800" b="0">
                <a:solidFill>
                  <a:srgbClr val="0F172A"/>
                </a:solidFill>
                <a:latin typeface="Arial"/>
              </a:rPr>
              <a:t>IKEA's enduring success lies in integrating supply chain strategy directly into product design and retail execution. Flat-pack design and global sourcing keep the cost base low, while urban MFCs, postponement and 70/30 dual-sourcing close the gaps in responsiveness, flexibility and resilience.</a:t>
            </a:r>
            <a:r>
              <a:rPr sz="1800" b="1">
                <a:solidFill>
                  <a:srgbClr val="0058A3"/>
                </a:solidFill>
                <a:latin typeface="Arial"/>
              </a:rPr>
              <a:t/>
            </a:r>
            <a:r>
              <a:rPr sz="1800" b="0">
                <a:solidFill>
                  <a:srgbClr val="0F172A"/>
                </a:solidFill>
                <a:latin typeface="Arial"/>
              </a:rPr>
              <a:t/>
            </a:r>
            <a:r>
              <a:rPr sz="1800" b="1">
                <a:solidFill>
                  <a:srgbClr val="0058A3"/>
                </a:solidFill>
                <a:latin typeface="Arial"/>
              </a:rPr>
              <a:t/>
            </a:r>
            <a:r>
              <a:rPr sz="1800" b="0">
                <a:solidFill>
                  <a:srgbClr val="0F172A"/>
                </a:solidFill>
                <a:latin typeface="Arial"/>
              </a:rPr>
              <a:t/>
            </a:r>
          </a:p>
        </p:txBody>
      </p:sp>
      <p:sp>
        <p:nvSpPr>
          <p:cNvPr id="9" name="TextBox 8"/>
          <p:cNvSpPr txBox="1"/>
          <p:nvPr/>
        </p:nvSpPr>
        <p:spPr>
          <a:xfrm>
            <a:off x="5577840" y="4846320"/>
            <a:ext cx="6126480" cy="1600200"/>
          </a:xfrm>
          <a:prstGeom prst="rect">
            <a:avLst/>
          </a:prstGeom>
          <a:noFill/>
        </p:spPr>
        <p:txBody>
          <a:bodyPr wrap="square" lIns="0" tIns="0" rIns="0" bIns="0">
            <a:spAutoFit/>
          </a:bodyPr>
          <a:lstStyle/>
          <a:p>
            <a:pPr>
              <a:lnSpc>
                <a:spcPct val="155000"/>
              </a:lnSpc>
              <a:spcAft>
                <a:spcPts val="600"/>
              </a:spcAft>
            </a:pPr>
            <a:r>
              <a:rPr sz="1800" b="0">
                <a:solidFill>
                  <a:srgbClr val="0F172A"/>
                </a:solidFill>
                <a:latin typeface="Arial"/>
              </a:rPr>
              <a:t>Facing e-commerce shifts, ocean disruptions and ESG scrutiny, IKEA must retain its low-cost core while moving from a rigid Push model to a resilient, demand-driven ecosystem.</a:t>
            </a:r>
            <a:r>
              <a:rPr sz="1800" b="1">
                <a:solidFill>
                  <a:srgbClr val="0058A3"/>
                </a:solidFill>
                <a:latin typeface="Arial"/>
              </a:rPr>
              <a:t/>
            </a:r>
            <a:r>
              <a:rPr sz="1800" b="0">
                <a:solidFill>
                  <a:srgbClr val="0F172A"/>
                </a:solidFill>
                <a:latin typeface="Arial"/>
              </a:rPr>
              <a:t/>
            </a:r>
            <a:r>
              <a:rPr sz="1800" b="1">
                <a:solidFill>
                  <a:srgbClr val="0058A3"/>
                </a:solidFill>
                <a:latin typeface="Arial"/>
              </a:rPr>
              <a:t/>
            </a:r>
            <a:r>
              <a:rPr sz="1800" b="0">
                <a:solidFill>
                  <a:srgbClr val="0F172A"/>
                </a:solidFill>
                <a:latin typeface="Arial"/>
              </a:rPr>
              <a:t/>
            </a:r>
          </a:p>
        </p:txBody>
      </p:sp>
      <p:pic>
        <p:nvPicPr>
          <p:cNvPr id="10" name="图片 9" descr="困IKEA電梯半小時出來沒人理！民怨「僅給1張餐券」…官方喊冤回應 | ETtoday消費新聞 | ETtoday新聞雲">
            <a:extLst>
              <a:ext uri="{FF2B5EF4-FFF2-40B4-BE49-F238E27FC236}">
                <a16:creationId xmlns:a16="http://schemas.microsoft.com/office/drawing/2014/main" id="{1C247229-652C-4197-5874-0B2D7969190B}"/>
              </a:ext>
            </a:extLst>
          </p:cNvPr>
          <p:cNvPicPr>
            <a:picLocks noChangeAspect="1"/>
          </p:cNvPicPr>
          <p:nvPr/>
        </p:nvPicPr>
        <p:blipFill>
          <a:blip r:embed="rId3"/>
          <a:stretch>
            <a:fillRect/>
          </a:stretch>
        </p:blipFill>
        <p:spPr>
          <a:xfrm>
            <a:off x="444446" y="1784960"/>
            <a:ext cx="4813353" cy="43026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685800"/>
            <a:ext cx="10698480" cy="274320"/>
          </a:xfrm>
          <a:prstGeom prst="rect">
            <a:avLst/>
          </a:prstGeom>
          <a:noFill/>
        </p:spPr>
        <p:txBody>
          <a:bodyPr wrap="square" lIns="0" tIns="0" rIns="0" bIns="0" anchor="t">
            <a:spAutoFit/>
          </a:bodyPr>
          <a:lstStyle/>
          <a:p>
            <a:pPr algn="l">
              <a:spcAft>
                <a:spcPts val="200"/>
              </a:spcAft>
            </a:pPr>
            <a:r>
              <a:rPr sz="1050" b="1">
                <a:solidFill>
                  <a:srgbClr val="165AA7"/>
                </a:solidFill>
                <a:latin typeface="Arial"/>
              </a:rPr>
              <a:t>GROUP 2  |  IKEA SUPPLY CHAIN STRATEGY ANALYSIS</a:t>
            </a:r>
          </a:p>
        </p:txBody>
      </p:sp>
      <p:sp>
        <p:nvSpPr>
          <p:cNvPr id="3" name="Rectangle 2"/>
          <p:cNvSpPr/>
          <p:nvPr/>
        </p:nvSpPr>
        <p:spPr>
          <a:xfrm>
            <a:off x="731520" y="960120"/>
            <a:ext cx="10698480" cy="9144"/>
          </a:xfrm>
          <a:prstGeom prst="rect">
            <a:avLst/>
          </a:prstGeom>
          <a:solidFill>
            <a:srgbClr val="D8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828800"/>
            <a:ext cx="10698480" cy="822960"/>
          </a:xfrm>
          <a:prstGeom prst="rect">
            <a:avLst/>
          </a:prstGeom>
          <a:noFill/>
        </p:spPr>
        <p:txBody>
          <a:bodyPr wrap="square" lIns="0" tIns="0" rIns="0" bIns="0" anchor="t">
            <a:spAutoFit/>
          </a:bodyPr>
          <a:lstStyle/>
          <a:p>
            <a:pPr algn="l">
              <a:spcAft>
                <a:spcPts val="200"/>
              </a:spcAft>
            </a:pPr>
            <a:r>
              <a:rPr sz="4000" b="1" dirty="0">
                <a:solidFill>
                  <a:srgbClr val="0F172A"/>
                </a:solidFill>
                <a:latin typeface="Arial"/>
              </a:rPr>
              <a:t>THANK YOU FOR LISTENING</a:t>
            </a:r>
          </a:p>
        </p:txBody>
      </p:sp>
      <p:sp>
        <p:nvSpPr>
          <p:cNvPr id="7" name="Rectangle 6"/>
          <p:cNvSpPr/>
          <p:nvPr/>
        </p:nvSpPr>
        <p:spPr>
          <a:xfrm>
            <a:off x="731520" y="4206240"/>
            <a:ext cx="548640" cy="54864"/>
          </a:xfrm>
          <a:prstGeom prst="rect">
            <a:avLst/>
          </a:prstGeom>
          <a:solidFill>
            <a:srgbClr val="005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89888" y="4206240"/>
            <a:ext cx="548640" cy="54864"/>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48256" y="4206240"/>
            <a:ext cx="5486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06624" y="42062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526280"/>
            <a:ext cx="10698480" cy="731520"/>
          </a:xfrm>
          <a:prstGeom prst="rect">
            <a:avLst/>
          </a:prstGeom>
          <a:noFill/>
        </p:spPr>
        <p:txBody>
          <a:bodyPr wrap="square" lIns="0" tIns="0" rIns="0" bIns="0" anchor="t">
            <a:spAutoFit/>
          </a:bodyPr>
          <a:lstStyle/>
          <a:p>
            <a:pPr algn="l">
              <a:spcAft>
                <a:spcPts val="200"/>
              </a:spcAft>
            </a:pPr>
            <a:r>
              <a:rPr sz="1200" b="0">
                <a:solidFill>
                  <a:srgbClr val="0F172A"/>
                </a:solidFill>
                <a:latin typeface="Arial"/>
              </a:rPr>
              <a:t>Cao Xuming (7157125)  ·  Ou Zhipeng (7170878)  ·  Lin Xiaoting (7177761)
Song Liangyun (7106671)  ·  LYU Jiayi (7151391)  ·  Hong Zixian (7180835)</a:t>
            </a:r>
          </a:p>
        </p:txBody>
      </p:sp>
      <p:sp>
        <p:nvSpPr>
          <p:cNvPr id="12" name="TextBox 11"/>
          <p:cNvSpPr txBox="1"/>
          <p:nvPr/>
        </p:nvSpPr>
        <p:spPr>
          <a:xfrm>
            <a:off x="731520" y="5989320"/>
            <a:ext cx="10698480" cy="274320"/>
          </a:xfrm>
          <a:prstGeom prst="rect">
            <a:avLst/>
          </a:prstGeom>
          <a:noFill/>
        </p:spPr>
        <p:txBody>
          <a:bodyPr wrap="square" lIns="0" tIns="0" rIns="0" bIns="0" anchor="t">
            <a:spAutoFit/>
          </a:bodyPr>
          <a:lstStyle/>
          <a:p>
            <a:pPr algn="l">
              <a:spcAft>
                <a:spcPts val="200"/>
              </a:spcAft>
            </a:pPr>
            <a:r>
              <a:rPr sz="900" b="0">
                <a:solidFill>
                  <a:srgbClr val="94A3B8"/>
                </a:solidFill>
                <a:latin typeface="Arial"/>
              </a:rPr>
              <a:t>20 October 2026  ·  Group Presentation</a:t>
            </a:r>
          </a:p>
        </p:txBody>
      </p:sp>
      <p:pic>
        <p:nvPicPr>
          <p:cNvPr id="13" name="图片 12" descr="爱宜家，爱生活！分享30款宜家销量最好的明星产品 - 知乎">
            <a:extLst>
              <a:ext uri="{FF2B5EF4-FFF2-40B4-BE49-F238E27FC236}">
                <a16:creationId xmlns:a16="http://schemas.microsoft.com/office/drawing/2014/main" id="{6263B9C1-1C2C-C91A-5D0B-E4C303CC798A}"/>
              </a:ext>
            </a:extLst>
          </p:cNvPr>
          <p:cNvPicPr>
            <a:picLocks noChangeAspect="1"/>
          </p:cNvPicPr>
          <p:nvPr/>
        </p:nvPicPr>
        <p:blipFill>
          <a:blip r:embed="rId2"/>
          <a:srcRect r="-2116" b="10934"/>
          <a:stretch>
            <a:fillRect/>
          </a:stretch>
        </p:blipFill>
        <p:spPr>
          <a:xfrm>
            <a:off x="6145227" y="2743445"/>
            <a:ext cx="5825844" cy="342875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49,&quot;left&quot;:330,&quot;top&quot;:179.25,&quot;width&quot;:582}"/>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34,&quot;left&quot;:48,&quot;top&quot;:189.75,&quot;width&quot;:86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70.7,&quot;left&quot;:32.4,&quot;top&quot;:144,&quot;width&quot;:916.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06.94999999999996,&quot;left&quot;:4.25,&quot;top&quot;:170.7413385826772,&quot;width&quot;:907.7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85.8265354330709,&quot;left&quot;:30.55,&quot;top&quot;:129,&quot;width&quot;:929.449921259842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79.4788976377953,&quot;left&quot;:16.5,&quot;top&quot;:118.87732283464565,&quot;width&quot;:941.6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415.31708661417326,&quot;left&quot;:15.25,&quot;top&quot;:111.75,&quot;width&quot;:937.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34.63834645669283,&quot;left&quot;:20.5,&quot;top&quot;:105.36165354330713,&quot;width&quot;:930.15}"/>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3420</Words>
  <Application>Microsoft Office PowerPoint</Application>
  <PresentationFormat>宽屏</PresentationFormat>
  <Paragraphs>389</Paragraphs>
  <Slides>29</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29</vt:i4>
      </vt:variant>
    </vt:vector>
  </HeadingPairs>
  <TitlesOfParts>
    <vt:vector size="32"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郅鹏 欧</cp:lastModifiedBy>
  <cp:revision>6</cp:revision>
  <dcterms:modified xsi:type="dcterms:W3CDTF">2026-10-19T17:40:31Z</dcterms:modified>
</cp:coreProperties>
</file>